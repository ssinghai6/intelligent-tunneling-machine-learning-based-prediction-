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0" r:id="rId1"/>
    <p:sldMasterId id="2147483683" r:id="rId2"/>
  </p:sldMasterIdLst>
  <p:notesMasterIdLst>
    <p:notesMasterId r:id="rId14"/>
  </p:notesMasterIdLst>
  <p:handoutMasterIdLst>
    <p:handoutMasterId r:id="rId15"/>
  </p:handoutMasterIdLst>
  <p:sldIdLst>
    <p:sldId id="256" r:id="rId3"/>
    <p:sldId id="293" r:id="rId4"/>
    <p:sldId id="279" r:id="rId5"/>
    <p:sldId id="276" r:id="rId6"/>
    <p:sldId id="260" r:id="rId7"/>
    <p:sldId id="297" r:id="rId8"/>
    <p:sldId id="294" r:id="rId9"/>
    <p:sldId id="296" r:id="rId10"/>
    <p:sldId id="298" r:id="rId11"/>
    <p:sldId id="282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3" userDrawn="1">
          <p15:clr>
            <a:srgbClr val="A4A3A4"/>
          </p15:clr>
        </p15:guide>
        <p15:guide id="2" pos="2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934B"/>
    <a:srgbClr val="003057"/>
    <a:srgbClr val="857437"/>
    <a:srgbClr val="00FFFF"/>
    <a:srgbClr val="0000FF"/>
    <a:srgbClr val="262626"/>
    <a:srgbClr val="EEB2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4698"/>
  </p:normalViewPr>
  <p:slideViewPr>
    <p:cSldViewPr snapToGrid="0">
      <p:cViewPr>
        <p:scale>
          <a:sx n="114" d="100"/>
          <a:sy n="114" d="100"/>
        </p:scale>
        <p:origin x="712" y="616"/>
      </p:cViewPr>
      <p:guideLst>
        <p:guide orient="horz" pos="773"/>
        <p:guide pos="2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B32C12-9163-304A-8A0C-47E60DBFC2CA}" type="doc">
      <dgm:prSet loTypeId="urn:microsoft.com/office/officeart/2005/8/layout/hChevron3" loCatId="" qsTypeId="urn:microsoft.com/office/officeart/2005/8/quickstyle/simple1" qsCatId="simple" csTypeId="urn:microsoft.com/office/officeart/2005/8/colors/accent4_1" csCatId="accent4" phldr="1"/>
      <dgm:spPr/>
    </dgm:pt>
    <dgm:pt modelId="{8F1867DA-BF21-F641-B600-FEE7E77A7E8A}">
      <dgm:prSet phldrT="[Text]" custT="1"/>
      <dgm:spPr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gm:spPr>
      <dgm:t>
        <a:bodyPr spcFirstLastPara="0" vert="horz" wrap="square" lIns="106680" tIns="53340" rIns="26670" bIns="53340" numCol="1" spcCol="1270" anchor="ctr" anchorCtr="0"/>
        <a:lstStyle/>
        <a:p>
          <a:pPr algn="l"/>
          <a:r>
            <a:rPr lang="en-GB" sz="2300" kern="1200" dirty="0">
              <a:solidFill>
                <a:srgbClr val="B3A369"/>
              </a:solidFill>
              <a:latin typeface="Times" pitchFamily="2" charset="0"/>
              <a:ea typeface="Tahoma" panose="020B0604030504040204" pitchFamily="34" charset="0"/>
              <a:cs typeface="Tahoma" panose="020B0604030504040204" pitchFamily="34" charset="0"/>
            </a:rPr>
            <a:t>Introduction</a:t>
          </a:r>
        </a:p>
      </dgm:t>
    </dgm:pt>
    <dgm:pt modelId="{60212DBF-F91F-6541-87B2-9F8C3A6159A0}" type="parTrans" cxnId="{D69D7A12-2516-6C41-B705-2E2A2ABA32C9}">
      <dgm:prSet/>
      <dgm:spPr/>
      <dgm:t>
        <a:bodyPr/>
        <a:lstStyle/>
        <a:p>
          <a:endParaRPr lang="en-GB" sz="2800"/>
        </a:p>
      </dgm:t>
    </dgm:pt>
    <dgm:pt modelId="{9F5D9411-C82A-8B42-9BF5-E7C39932C8D0}" type="sibTrans" cxnId="{D69D7A12-2516-6C41-B705-2E2A2ABA32C9}">
      <dgm:prSet/>
      <dgm:spPr/>
      <dgm:t>
        <a:bodyPr/>
        <a:lstStyle/>
        <a:p>
          <a:endParaRPr lang="en-GB" sz="2800"/>
        </a:p>
      </dgm:t>
    </dgm:pt>
    <dgm:pt modelId="{A2774A86-9F90-2242-A330-6E972BF986E6}">
      <dgm:prSet phldrT="[Text]" custT="1"/>
      <dgm:spPr>
        <a:solidFill>
          <a:srgbClr val="B3A369"/>
        </a:solidFill>
        <a:ln w="22225">
          <a:solidFill>
            <a:srgbClr val="003057"/>
          </a:solidFill>
        </a:ln>
      </dgm:spPr>
      <dgm:t>
        <a:bodyPr/>
        <a:lstStyle/>
        <a:p>
          <a:pPr algn="l"/>
          <a:r>
            <a:rPr lang="en-GB" sz="2300" dirty="0">
              <a:solidFill>
                <a:srgbClr val="003057"/>
              </a:solidFill>
              <a:latin typeface="Times" pitchFamily="2" charset="0"/>
              <a:ea typeface="Tahoma" panose="020B0604030504040204" pitchFamily="34" charset="0"/>
              <a:cs typeface="Tahoma" panose="020B0604030504040204" pitchFamily="34" charset="0"/>
            </a:rPr>
            <a:t>Model Description</a:t>
          </a:r>
        </a:p>
      </dgm:t>
    </dgm:pt>
    <dgm:pt modelId="{2DA0FC1B-D49A-BF46-BE36-96742B200202}" type="parTrans" cxnId="{3701790A-C7B8-5F41-A888-FEBEA7A9E994}">
      <dgm:prSet/>
      <dgm:spPr/>
      <dgm:t>
        <a:bodyPr/>
        <a:lstStyle/>
        <a:p>
          <a:endParaRPr lang="en-GB" sz="2800"/>
        </a:p>
      </dgm:t>
    </dgm:pt>
    <dgm:pt modelId="{CDE3C399-37D9-9C48-A392-3E4B1F0EC427}" type="sibTrans" cxnId="{3701790A-C7B8-5F41-A888-FEBEA7A9E994}">
      <dgm:prSet/>
      <dgm:spPr/>
      <dgm:t>
        <a:bodyPr/>
        <a:lstStyle/>
        <a:p>
          <a:endParaRPr lang="en-GB" sz="2800"/>
        </a:p>
      </dgm:t>
    </dgm:pt>
    <dgm:pt modelId="{CAC7D90D-6656-4B14-ADAD-72CED0C02249}">
      <dgm:prSet custT="1"/>
      <dgm:spPr>
        <a:solidFill>
          <a:srgbClr val="B3A369"/>
        </a:solidFill>
        <a:ln w="22225">
          <a:solidFill>
            <a:srgbClr val="003057"/>
          </a:solidFill>
        </a:ln>
      </dgm:spPr>
      <dgm:t>
        <a:bodyPr/>
        <a:lstStyle/>
        <a:p>
          <a:pPr algn="l"/>
          <a:r>
            <a:rPr lang="en-US" sz="2300" kern="1200" dirty="0">
              <a:solidFill>
                <a:srgbClr val="003057"/>
              </a:solidFill>
              <a:latin typeface="Times" pitchFamily="2" charset="0"/>
              <a:ea typeface="+mn-ea"/>
              <a:cs typeface="+mn-cs"/>
            </a:rPr>
            <a:t>Discussion &amp; Conclusion</a:t>
          </a:r>
          <a:endParaRPr lang="en-GB" sz="2300" kern="1200" dirty="0">
            <a:solidFill>
              <a:srgbClr val="003057"/>
            </a:solidFill>
            <a:latin typeface="Times" pitchFamily="2" charset="0"/>
            <a:ea typeface="+mn-ea"/>
            <a:cs typeface="+mn-cs"/>
          </a:endParaRPr>
        </a:p>
      </dgm:t>
    </dgm:pt>
    <dgm:pt modelId="{0A7A9050-9438-4A53-A513-4593A5F1F5E0}" type="parTrans" cxnId="{E421980C-74A3-4BD5-B9AF-8771A0D60F38}">
      <dgm:prSet/>
      <dgm:spPr/>
      <dgm:t>
        <a:bodyPr/>
        <a:lstStyle/>
        <a:p>
          <a:endParaRPr lang="en-US"/>
        </a:p>
      </dgm:t>
    </dgm:pt>
    <dgm:pt modelId="{B939C8E8-BD13-4856-818B-ACEF4E89D34F}" type="sibTrans" cxnId="{E421980C-74A3-4BD5-B9AF-8771A0D60F38}">
      <dgm:prSet/>
      <dgm:spPr/>
      <dgm:t>
        <a:bodyPr/>
        <a:lstStyle/>
        <a:p>
          <a:endParaRPr lang="en-US"/>
        </a:p>
      </dgm:t>
    </dgm:pt>
    <dgm:pt modelId="{2BE2B447-57BA-0948-95C1-B14E4C82581B}" type="pres">
      <dgm:prSet presAssocID="{1AB32C12-9163-304A-8A0C-47E60DBFC2CA}" presName="Name0" presStyleCnt="0">
        <dgm:presLayoutVars>
          <dgm:dir/>
          <dgm:resizeHandles val="exact"/>
        </dgm:presLayoutVars>
      </dgm:prSet>
      <dgm:spPr/>
    </dgm:pt>
    <dgm:pt modelId="{A1DA6A98-E79C-C247-8E15-F87554A89466}" type="pres">
      <dgm:prSet presAssocID="{8F1867DA-BF21-F641-B600-FEE7E77A7E8A}" presName="parTxOnly" presStyleLbl="node1" presStyleIdx="0" presStyleCnt="3" custScaleX="37821" custLinFactX="-7512" custLinFactNeighborX="-100000">
        <dgm:presLayoutVars>
          <dgm:bulletEnabled val="1"/>
        </dgm:presLayoutVars>
      </dgm:prSet>
      <dgm:spPr>
        <a:xfrm>
          <a:off x="2064882" y="0"/>
          <a:ext cx="2727417" cy="623843"/>
        </a:xfrm>
        <a:prstGeom prst="chevron">
          <a:avLst/>
        </a:prstGeom>
      </dgm:spPr>
    </dgm:pt>
    <dgm:pt modelId="{7BC66364-ECBF-DB45-B8C3-B0B4B9E25404}" type="pres">
      <dgm:prSet presAssocID="{9F5D9411-C82A-8B42-9BF5-E7C39932C8D0}" presName="parSpace" presStyleCnt="0"/>
      <dgm:spPr/>
    </dgm:pt>
    <dgm:pt modelId="{6D038B4B-BA31-8C43-801B-279640EED3AD}" type="pres">
      <dgm:prSet presAssocID="{A2774A86-9F90-2242-A330-6E972BF986E6}" presName="parTxOnly" presStyleLbl="node1" presStyleIdx="1" presStyleCnt="3" custScaleX="37123" custLinFactNeighborX="7679">
        <dgm:presLayoutVars>
          <dgm:bulletEnabled val="1"/>
        </dgm:presLayoutVars>
      </dgm:prSet>
      <dgm:spPr/>
    </dgm:pt>
    <dgm:pt modelId="{14B4FD6C-7A41-FA4C-8170-CE05C06E7D94}" type="pres">
      <dgm:prSet presAssocID="{CDE3C399-37D9-9C48-A392-3E4B1F0EC427}" presName="parSpace" presStyleCnt="0"/>
      <dgm:spPr/>
    </dgm:pt>
    <dgm:pt modelId="{E9AA2775-C570-4BFD-B4C7-20D6A2FB39C0}" type="pres">
      <dgm:prSet presAssocID="{CAC7D90D-6656-4B14-ADAD-72CED0C02249}" presName="parTxOnly" presStyleLbl="node1" presStyleIdx="2" presStyleCnt="3" custScaleX="31888" custLinFactX="5532" custLinFactNeighborX="100000" custLinFactNeighborY="8087">
        <dgm:presLayoutVars>
          <dgm:bulletEnabled val="1"/>
        </dgm:presLayoutVars>
      </dgm:prSet>
      <dgm:spPr/>
    </dgm:pt>
  </dgm:ptLst>
  <dgm:cxnLst>
    <dgm:cxn modelId="{3701790A-C7B8-5F41-A888-FEBEA7A9E994}" srcId="{1AB32C12-9163-304A-8A0C-47E60DBFC2CA}" destId="{A2774A86-9F90-2242-A330-6E972BF986E6}" srcOrd="1" destOrd="0" parTransId="{2DA0FC1B-D49A-BF46-BE36-96742B200202}" sibTransId="{CDE3C399-37D9-9C48-A392-3E4B1F0EC427}"/>
    <dgm:cxn modelId="{E421980C-74A3-4BD5-B9AF-8771A0D60F38}" srcId="{1AB32C12-9163-304A-8A0C-47E60DBFC2CA}" destId="{CAC7D90D-6656-4B14-ADAD-72CED0C02249}" srcOrd="2" destOrd="0" parTransId="{0A7A9050-9438-4A53-A513-4593A5F1F5E0}" sibTransId="{B939C8E8-BD13-4856-818B-ACEF4E89D34F}"/>
    <dgm:cxn modelId="{D69D7A12-2516-6C41-B705-2E2A2ABA32C9}" srcId="{1AB32C12-9163-304A-8A0C-47E60DBFC2CA}" destId="{8F1867DA-BF21-F641-B600-FEE7E77A7E8A}" srcOrd="0" destOrd="0" parTransId="{60212DBF-F91F-6541-87B2-9F8C3A6159A0}" sibTransId="{9F5D9411-C82A-8B42-9BF5-E7C39932C8D0}"/>
    <dgm:cxn modelId="{A271EA25-59E2-4008-9C0A-6EB10BF6375A}" type="presOf" srcId="{CAC7D90D-6656-4B14-ADAD-72CED0C02249}" destId="{E9AA2775-C570-4BFD-B4C7-20D6A2FB39C0}" srcOrd="0" destOrd="0" presId="urn:microsoft.com/office/officeart/2005/8/layout/hChevron3"/>
    <dgm:cxn modelId="{F7BA6E63-B68E-344F-BBA4-C7106850B56A}" type="presOf" srcId="{A2774A86-9F90-2242-A330-6E972BF986E6}" destId="{6D038B4B-BA31-8C43-801B-279640EED3AD}" srcOrd="0" destOrd="0" presId="urn:microsoft.com/office/officeart/2005/8/layout/hChevron3"/>
    <dgm:cxn modelId="{FD1F19A8-807E-7B4C-BA01-44CD40812925}" type="presOf" srcId="{8F1867DA-BF21-F641-B600-FEE7E77A7E8A}" destId="{A1DA6A98-E79C-C247-8E15-F87554A89466}" srcOrd="0" destOrd="0" presId="urn:microsoft.com/office/officeart/2005/8/layout/hChevron3"/>
    <dgm:cxn modelId="{196987CB-0503-1140-907F-BAFDB40FA838}" type="presOf" srcId="{1AB32C12-9163-304A-8A0C-47E60DBFC2CA}" destId="{2BE2B447-57BA-0948-95C1-B14E4C82581B}" srcOrd="0" destOrd="0" presId="urn:microsoft.com/office/officeart/2005/8/layout/hChevron3"/>
    <dgm:cxn modelId="{68FF5E08-F1B1-9C4B-9947-626224C5E2E0}" type="presParOf" srcId="{2BE2B447-57BA-0948-95C1-B14E4C82581B}" destId="{A1DA6A98-E79C-C247-8E15-F87554A89466}" srcOrd="0" destOrd="0" presId="urn:microsoft.com/office/officeart/2005/8/layout/hChevron3"/>
    <dgm:cxn modelId="{1F537B29-05F8-9745-98CB-B33FF5A6D3E2}" type="presParOf" srcId="{2BE2B447-57BA-0948-95C1-B14E4C82581B}" destId="{7BC66364-ECBF-DB45-B8C3-B0B4B9E25404}" srcOrd="1" destOrd="0" presId="urn:microsoft.com/office/officeart/2005/8/layout/hChevron3"/>
    <dgm:cxn modelId="{88659E91-E7C7-4441-A275-F6BCC9408608}" type="presParOf" srcId="{2BE2B447-57BA-0948-95C1-B14E4C82581B}" destId="{6D038B4B-BA31-8C43-801B-279640EED3AD}" srcOrd="2" destOrd="0" presId="urn:microsoft.com/office/officeart/2005/8/layout/hChevron3"/>
    <dgm:cxn modelId="{AB7E1E80-30A5-F341-B82F-74FF5AF86945}" type="presParOf" srcId="{2BE2B447-57BA-0948-95C1-B14E4C82581B}" destId="{14B4FD6C-7A41-FA4C-8170-CE05C06E7D94}" srcOrd="3" destOrd="0" presId="urn:microsoft.com/office/officeart/2005/8/layout/hChevron3"/>
    <dgm:cxn modelId="{C3EA3125-B83A-4E6C-83C7-C1ED6FF44962}" type="presParOf" srcId="{2BE2B447-57BA-0948-95C1-B14E4C82581B}" destId="{E9AA2775-C570-4BFD-B4C7-20D6A2FB39C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B32C12-9163-304A-8A0C-47E60DBFC2CA}" type="doc">
      <dgm:prSet loTypeId="urn:microsoft.com/office/officeart/2005/8/layout/hChevron3" loCatId="" qsTypeId="urn:microsoft.com/office/officeart/2005/8/quickstyle/simple1" qsCatId="simple" csTypeId="urn:microsoft.com/office/officeart/2005/8/colors/accent4_1" csCatId="accent4" phldr="1"/>
      <dgm:spPr/>
    </dgm:pt>
    <dgm:pt modelId="{8F1867DA-BF21-F641-B600-FEE7E77A7E8A}">
      <dgm:prSet phldrT="[Text]" custT="1"/>
      <dgm:spPr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gm:spPr>
      <dgm:t>
        <a:bodyPr spcFirstLastPara="0" vert="horz" wrap="square" lIns="92012" tIns="61341" rIns="30671" bIns="61341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gm:t>
    </dgm:pt>
    <dgm:pt modelId="{60212DBF-F91F-6541-87B2-9F8C3A6159A0}" type="parTrans" cxnId="{D69D7A12-2516-6C41-B705-2E2A2ABA32C9}">
      <dgm:prSet/>
      <dgm:spPr/>
      <dgm:t>
        <a:bodyPr/>
        <a:lstStyle/>
        <a:p>
          <a:endParaRPr lang="en-GB" sz="2800"/>
        </a:p>
      </dgm:t>
    </dgm:pt>
    <dgm:pt modelId="{9F5D9411-C82A-8B42-9BF5-E7C39932C8D0}" type="sibTrans" cxnId="{D69D7A12-2516-6C41-B705-2E2A2ABA32C9}">
      <dgm:prSet/>
      <dgm:spPr/>
      <dgm:t>
        <a:bodyPr/>
        <a:lstStyle/>
        <a:p>
          <a:endParaRPr lang="en-GB" sz="2800"/>
        </a:p>
      </dgm:t>
    </dgm:pt>
    <dgm:pt modelId="{A2774A86-9F90-2242-A330-6E972BF986E6}">
      <dgm:prSet phldrT="[Text]" custT="1"/>
      <dgm:spPr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gm:spPr>
      <dgm:t>
        <a:bodyPr spcFirstLastPara="0" vert="horz" wrap="square" lIns="106680" tIns="53340" rIns="26670" bIns="53340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gm:t>
    </dgm:pt>
    <dgm:pt modelId="{2DA0FC1B-D49A-BF46-BE36-96742B200202}" type="parTrans" cxnId="{3701790A-C7B8-5F41-A888-FEBEA7A9E994}">
      <dgm:prSet/>
      <dgm:spPr/>
      <dgm:t>
        <a:bodyPr/>
        <a:lstStyle/>
        <a:p>
          <a:endParaRPr lang="en-GB" sz="2800"/>
        </a:p>
      </dgm:t>
    </dgm:pt>
    <dgm:pt modelId="{CDE3C399-37D9-9C48-A392-3E4B1F0EC427}" type="sibTrans" cxnId="{3701790A-C7B8-5F41-A888-FEBEA7A9E994}">
      <dgm:prSet/>
      <dgm:spPr/>
      <dgm:t>
        <a:bodyPr/>
        <a:lstStyle/>
        <a:p>
          <a:endParaRPr lang="en-GB" sz="2800"/>
        </a:p>
      </dgm:t>
    </dgm:pt>
    <dgm:pt modelId="{CAC7D90D-6656-4B14-ADAD-72CED0C02249}">
      <dgm:prSet custT="1"/>
      <dgm:spPr>
        <a:solidFill>
          <a:srgbClr val="B3A369"/>
        </a:solidFill>
        <a:ln w="22225">
          <a:solidFill>
            <a:srgbClr val="003057"/>
          </a:solidFill>
        </a:ln>
      </dgm:spPr>
      <dgm:t>
        <a:bodyPr/>
        <a:lstStyle/>
        <a:p>
          <a:pPr algn="l"/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gm:t>
    </dgm:pt>
    <dgm:pt modelId="{0A7A9050-9438-4A53-A513-4593A5F1F5E0}" type="parTrans" cxnId="{E421980C-74A3-4BD5-B9AF-8771A0D60F38}">
      <dgm:prSet/>
      <dgm:spPr/>
      <dgm:t>
        <a:bodyPr/>
        <a:lstStyle/>
        <a:p>
          <a:endParaRPr lang="en-US"/>
        </a:p>
      </dgm:t>
    </dgm:pt>
    <dgm:pt modelId="{B939C8E8-BD13-4856-818B-ACEF4E89D34F}" type="sibTrans" cxnId="{E421980C-74A3-4BD5-B9AF-8771A0D60F38}">
      <dgm:prSet/>
      <dgm:spPr/>
      <dgm:t>
        <a:bodyPr/>
        <a:lstStyle/>
        <a:p>
          <a:endParaRPr lang="en-US"/>
        </a:p>
      </dgm:t>
    </dgm:pt>
    <dgm:pt modelId="{2BE2B447-57BA-0948-95C1-B14E4C82581B}" type="pres">
      <dgm:prSet presAssocID="{1AB32C12-9163-304A-8A0C-47E60DBFC2CA}" presName="Name0" presStyleCnt="0">
        <dgm:presLayoutVars>
          <dgm:dir/>
          <dgm:resizeHandles val="exact"/>
        </dgm:presLayoutVars>
      </dgm:prSet>
      <dgm:spPr/>
    </dgm:pt>
    <dgm:pt modelId="{A1DA6A98-E79C-C247-8E15-F87554A89466}" type="pres">
      <dgm:prSet presAssocID="{8F1867DA-BF21-F641-B600-FEE7E77A7E8A}" presName="parTxOnly" presStyleLbl="node1" presStyleIdx="0" presStyleCnt="3" custScaleX="32493" custLinFactX="-7512" custLinFactNeighborX="-100000">
        <dgm:presLayoutVars>
          <dgm:bulletEnabled val="1"/>
        </dgm:presLayoutVars>
      </dgm:prSet>
      <dgm:spPr>
        <a:xfrm>
          <a:off x="0" y="0"/>
          <a:ext cx="2315217" cy="555812"/>
        </a:xfrm>
        <a:prstGeom prst="chevron">
          <a:avLst/>
        </a:prstGeom>
      </dgm:spPr>
    </dgm:pt>
    <dgm:pt modelId="{7BC66364-ECBF-DB45-B8C3-B0B4B9E25404}" type="pres">
      <dgm:prSet presAssocID="{9F5D9411-C82A-8B42-9BF5-E7C39932C8D0}" presName="parSpace" presStyleCnt="0"/>
      <dgm:spPr/>
    </dgm:pt>
    <dgm:pt modelId="{6D038B4B-BA31-8C43-801B-279640EED3AD}" type="pres">
      <dgm:prSet presAssocID="{A2774A86-9F90-2242-A330-6E972BF986E6}" presName="parTxOnly" presStyleLbl="node1" presStyleIdx="1" presStyleCnt="3" custScaleX="40690" custLinFactNeighborX="-2112">
        <dgm:presLayoutVars>
          <dgm:bulletEnabled val="1"/>
        </dgm:presLayoutVars>
      </dgm:prSet>
      <dgm:spPr>
        <a:xfrm>
          <a:off x="1961479" y="0"/>
          <a:ext cx="3396404" cy="555812"/>
        </a:xfrm>
        <a:prstGeom prst="chevron">
          <a:avLst/>
        </a:prstGeom>
      </dgm:spPr>
    </dgm:pt>
    <dgm:pt modelId="{14B4FD6C-7A41-FA4C-8170-CE05C06E7D94}" type="pres">
      <dgm:prSet presAssocID="{CDE3C399-37D9-9C48-A392-3E4B1F0EC427}" presName="parSpace" presStyleCnt="0"/>
      <dgm:spPr/>
    </dgm:pt>
    <dgm:pt modelId="{E9AA2775-C570-4BFD-B4C7-20D6A2FB39C0}" type="pres">
      <dgm:prSet presAssocID="{CAC7D90D-6656-4B14-ADAD-72CED0C02249}" presName="parTxOnly" presStyleLbl="node1" presStyleIdx="2" presStyleCnt="3" custScaleX="31888" custLinFactX="5532" custLinFactNeighborX="100000" custLinFactNeighborY="8087">
        <dgm:presLayoutVars>
          <dgm:bulletEnabled val="1"/>
        </dgm:presLayoutVars>
      </dgm:prSet>
      <dgm:spPr/>
    </dgm:pt>
  </dgm:ptLst>
  <dgm:cxnLst>
    <dgm:cxn modelId="{3701790A-C7B8-5F41-A888-FEBEA7A9E994}" srcId="{1AB32C12-9163-304A-8A0C-47E60DBFC2CA}" destId="{A2774A86-9F90-2242-A330-6E972BF986E6}" srcOrd="1" destOrd="0" parTransId="{2DA0FC1B-D49A-BF46-BE36-96742B200202}" sibTransId="{CDE3C399-37D9-9C48-A392-3E4B1F0EC427}"/>
    <dgm:cxn modelId="{E421980C-74A3-4BD5-B9AF-8771A0D60F38}" srcId="{1AB32C12-9163-304A-8A0C-47E60DBFC2CA}" destId="{CAC7D90D-6656-4B14-ADAD-72CED0C02249}" srcOrd="2" destOrd="0" parTransId="{0A7A9050-9438-4A53-A513-4593A5F1F5E0}" sibTransId="{B939C8E8-BD13-4856-818B-ACEF4E89D34F}"/>
    <dgm:cxn modelId="{D69D7A12-2516-6C41-B705-2E2A2ABA32C9}" srcId="{1AB32C12-9163-304A-8A0C-47E60DBFC2CA}" destId="{8F1867DA-BF21-F641-B600-FEE7E77A7E8A}" srcOrd="0" destOrd="0" parTransId="{60212DBF-F91F-6541-87B2-9F8C3A6159A0}" sibTransId="{9F5D9411-C82A-8B42-9BF5-E7C39932C8D0}"/>
    <dgm:cxn modelId="{A271EA25-59E2-4008-9C0A-6EB10BF6375A}" type="presOf" srcId="{CAC7D90D-6656-4B14-ADAD-72CED0C02249}" destId="{E9AA2775-C570-4BFD-B4C7-20D6A2FB39C0}" srcOrd="0" destOrd="0" presId="urn:microsoft.com/office/officeart/2005/8/layout/hChevron3"/>
    <dgm:cxn modelId="{F7BA6E63-B68E-344F-BBA4-C7106850B56A}" type="presOf" srcId="{A2774A86-9F90-2242-A330-6E972BF986E6}" destId="{6D038B4B-BA31-8C43-801B-279640EED3AD}" srcOrd="0" destOrd="0" presId="urn:microsoft.com/office/officeart/2005/8/layout/hChevron3"/>
    <dgm:cxn modelId="{FD1F19A8-807E-7B4C-BA01-44CD40812925}" type="presOf" srcId="{8F1867DA-BF21-F641-B600-FEE7E77A7E8A}" destId="{A1DA6A98-E79C-C247-8E15-F87554A89466}" srcOrd="0" destOrd="0" presId="urn:microsoft.com/office/officeart/2005/8/layout/hChevron3"/>
    <dgm:cxn modelId="{196987CB-0503-1140-907F-BAFDB40FA838}" type="presOf" srcId="{1AB32C12-9163-304A-8A0C-47E60DBFC2CA}" destId="{2BE2B447-57BA-0948-95C1-B14E4C82581B}" srcOrd="0" destOrd="0" presId="urn:microsoft.com/office/officeart/2005/8/layout/hChevron3"/>
    <dgm:cxn modelId="{68FF5E08-F1B1-9C4B-9947-626224C5E2E0}" type="presParOf" srcId="{2BE2B447-57BA-0948-95C1-B14E4C82581B}" destId="{A1DA6A98-E79C-C247-8E15-F87554A89466}" srcOrd="0" destOrd="0" presId="urn:microsoft.com/office/officeart/2005/8/layout/hChevron3"/>
    <dgm:cxn modelId="{1F537B29-05F8-9745-98CB-B33FF5A6D3E2}" type="presParOf" srcId="{2BE2B447-57BA-0948-95C1-B14E4C82581B}" destId="{7BC66364-ECBF-DB45-B8C3-B0B4B9E25404}" srcOrd="1" destOrd="0" presId="urn:microsoft.com/office/officeart/2005/8/layout/hChevron3"/>
    <dgm:cxn modelId="{88659E91-E7C7-4441-A275-F6BCC9408608}" type="presParOf" srcId="{2BE2B447-57BA-0948-95C1-B14E4C82581B}" destId="{6D038B4B-BA31-8C43-801B-279640EED3AD}" srcOrd="2" destOrd="0" presId="urn:microsoft.com/office/officeart/2005/8/layout/hChevron3"/>
    <dgm:cxn modelId="{AB7E1E80-30A5-F341-B82F-74FF5AF86945}" type="presParOf" srcId="{2BE2B447-57BA-0948-95C1-B14E4C82581B}" destId="{14B4FD6C-7A41-FA4C-8170-CE05C06E7D94}" srcOrd="3" destOrd="0" presId="urn:microsoft.com/office/officeart/2005/8/layout/hChevron3"/>
    <dgm:cxn modelId="{C3EA3125-B83A-4E6C-83C7-C1ED6FF44962}" type="presParOf" srcId="{2BE2B447-57BA-0948-95C1-B14E4C82581B}" destId="{E9AA2775-C570-4BFD-B4C7-20D6A2FB39C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B32C12-9163-304A-8A0C-47E60DBFC2CA}" type="doc">
      <dgm:prSet loTypeId="urn:microsoft.com/office/officeart/2005/8/layout/hChevron3" loCatId="" qsTypeId="urn:microsoft.com/office/officeart/2005/8/quickstyle/simple1" qsCatId="simple" csTypeId="urn:microsoft.com/office/officeart/2005/8/colors/accent4_1" csCatId="accent4" phldr="1"/>
      <dgm:spPr/>
    </dgm:pt>
    <dgm:pt modelId="{8F1867DA-BF21-F641-B600-FEE7E77A7E8A}">
      <dgm:prSet phldrT="[Text]" custT="1"/>
      <dgm:spPr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gm:spPr>
      <dgm:t>
        <a:bodyPr spcFirstLastPara="0" vert="horz" wrap="square" lIns="92012" tIns="61341" rIns="30671" bIns="61341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gm:t>
    </dgm:pt>
    <dgm:pt modelId="{60212DBF-F91F-6541-87B2-9F8C3A6159A0}" type="parTrans" cxnId="{D69D7A12-2516-6C41-B705-2E2A2ABA32C9}">
      <dgm:prSet/>
      <dgm:spPr/>
      <dgm:t>
        <a:bodyPr/>
        <a:lstStyle/>
        <a:p>
          <a:endParaRPr lang="en-GB" sz="2800"/>
        </a:p>
      </dgm:t>
    </dgm:pt>
    <dgm:pt modelId="{9F5D9411-C82A-8B42-9BF5-E7C39932C8D0}" type="sibTrans" cxnId="{D69D7A12-2516-6C41-B705-2E2A2ABA32C9}">
      <dgm:prSet/>
      <dgm:spPr/>
      <dgm:t>
        <a:bodyPr/>
        <a:lstStyle/>
        <a:p>
          <a:endParaRPr lang="en-GB" sz="2800"/>
        </a:p>
      </dgm:t>
    </dgm:pt>
    <dgm:pt modelId="{A2774A86-9F90-2242-A330-6E972BF986E6}">
      <dgm:prSet phldrT="[Text]" custT="1"/>
      <dgm:spPr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gm:spPr>
      <dgm:t>
        <a:bodyPr spcFirstLastPara="0" vert="horz" wrap="square" lIns="106680" tIns="53340" rIns="26670" bIns="53340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gm:t>
    </dgm:pt>
    <dgm:pt modelId="{2DA0FC1B-D49A-BF46-BE36-96742B200202}" type="parTrans" cxnId="{3701790A-C7B8-5F41-A888-FEBEA7A9E994}">
      <dgm:prSet/>
      <dgm:spPr/>
      <dgm:t>
        <a:bodyPr/>
        <a:lstStyle/>
        <a:p>
          <a:endParaRPr lang="en-GB" sz="2800"/>
        </a:p>
      </dgm:t>
    </dgm:pt>
    <dgm:pt modelId="{CDE3C399-37D9-9C48-A392-3E4B1F0EC427}" type="sibTrans" cxnId="{3701790A-C7B8-5F41-A888-FEBEA7A9E994}">
      <dgm:prSet/>
      <dgm:spPr/>
      <dgm:t>
        <a:bodyPr/>
        <a:lstStyle/>
        <a:p>
          <a:endParaRPr lang="en-GB" sz="2800"/>
        </a:p>
      </dgm:t>
    </dgm:pt>
    <dgm:pt modelId="{CAC7D90D-6656-4B14-ADAD-72CED0C02249}">
      <dgm:prSet custT="1"/>
      <dgm:spPr>
        <a:solidFill>
          <a:srgbClr val="B3A369"/>
        </a:solidFill>
        <a:ln w="22225">
          <a:solidFill>
            <a:srgbClr val="003057"/>
          </a:solidFill>
        </a:ln>
      </dgm:spPr>
      <dgm:t>
        <a:bodyPr/>
        <a:lstStyle/>
        <a:p>
          <a:pPr algn="l"/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gm:t>
    </dgm:pt>
    <dgm:pt modelId="{0A7A9050-9438-4A53-A513-4593A5F1F5E0}" type="parTrans" cxnId="{E421980C-74A3-4BD5-B9AF-8771A0D60F38}">
      <dgm:prSet/>
      <dgm:spPr/>
      <dgm:t>
        <a:bodyPr/>
        <a:lstStyle/>
        <a:p>
          <a:endParaRPr lang="en-US"/>
        </a:p>
      </dgm:t>
    </dgm:pt>
    <dgm:pt modelId="{B939C8E8-BD13-4856-818B-ACEF4E89D34F}" type="sibTrans" cxnId="{E421980C-74A3-4BD5-B9AF-8771A0D60F38}">
      <dgm:prSet/>
      <dgm:spPr/>
      <dgm:t>
        <a:bodyPr/>
        <a:lstStyle/>
        <a:p>
          <a:endParaRPr lang="en-US"/>
        </a:p>
      </dgm:t>
    </dgm:pt>
    <dgm:pt modelId="{2BE2B447-57BA-0948-95C1-B14E4C82581B}" type="pres">
      <dgm:prSet presAssocID="{1AB32C12-9163-304A-8A0C-47E60DBFC2CA}" presName="Name0" presStyleCnt="0">
        <dgm:presLayoutVars>
          <dgm:dir/>
          <dgm:resizeHandles val="exact"/>
        </dgm:presLayoutVars>
      </dgm:prSet>
      <dgm:spPr/>
    </dgm:pt>
    <dgm:pt modelId="{A1DA6A98-E79C-C247-8E15-F87554A89466}" type="pres">
      <dgm:prSet presAssocID="{8F1867DA-BF21-F641-B600-FEE7E77A7E8A}" presName="parTxOnly" presStyleLbl="node1" presStyleIdx="0" presStyleCnt="3" custScaleX="32493" custLinFactX="-7512" custLinFactNeighborX="-100000">
        <dgm:presLayoutVars>
          <dgm:bulletEnabled val="1"/>
        </dgm:presLayoutVars>
      </dgm:prSet>
      <dgm:spPr>
        <a:xfrm>
          <a:off x="0" y="0"/>
          <a:ext cx="2315217" cy="555812"/>
        </a:xfrm>
        <a:prstGeom prst="chevron">
          <a:avLst/>
        </a:prstGeom>
      </dgm:spPr>
    </dgm:pt>
    <dgm:pt modelId="{7BC66364-ECBF-DB45-B8C3-B0B4B9E25404}" type="pres">
      <dgm:prSet presAssocID="{9F5D9411-C82A-8B42-9BF5-E7C39932C8D0}" presName="parSpace" presStyleCnt="0"/>
      <dgm:spPr/>
    </dgm:pt>
    <dgm:pt modelId="{6D038B4B-BA31-8C43-801B-279640EED3AD}" type="pres">
      <dgm:prSet presAssocID="{A2774A86-9F90-2242-A330-6E972BF986E6}" presName="parTxOnly" presStyleLbl="node1" presStyleIdx="1" presStyleCnt="3" custScaleX="40690" custLinFactNeighborX="-2112">
        <dgm:presLayoutVars>
          <dgm:bulletEnabled val="1"/>
        </dgm:presLayoutVars>
      </dgm:prSet>
      <dgm:spPr>
        <a:xfrm>
          <a:off x="1961479" y="0"/>
          <a:ext cx="3396404" cy="555812"/>
        </a:xfrm>
        <a:prstGeom prst="chevron">
          <a:avLst/>
        </a:prstGeom>
      </dgm:spPr>
    </dgm:pt>
    <dgm:pt modelId="{14B4FD6C-7A41-FA4C-8170-CE05C06E7D94}" type="pres">
      <dgm:prSet presAssocID="{CDE3C399-37D9-9C48-A392-3E4B1F0EC427}" presName="parSpace" presStyleCnt="0"/>
      <dgm:spPr/>
    </dgm:pt>
    <dgm:pt modelId="{E9AA2775-C570-4BFD-B4C7-20D6A2FB39C0}" type="pres">
      <dgm:prSet presAssocID="{CAC7D90D-6656-4B14-ADAD-72CED0C02249}" presName="parTxOnly" presStyleLbl="node1" presStyleIdx="2" presStyleCnt="3" custScaleX="31888" custLinFactX="5532" custLinFactNeighborX="100000" custLinFactNeighborY="8087">
        <dgm:presLayoutVars>
          <dgm:bulletEnabled val="1"/>
        </dgm:presLayoutVars>
      </dgm:prSet>
      <dgm:spPr/>
    </dgm:pt>
  </dgm:ptLst>
  <dgm:cxnLst>
    <dgm:cxn modelId="{3701790A-C7B8-5F41-A888-FEBEA7A9E994}" srcId="{1AB32C12-9163-304A-8A0C-47E60DBFC2CA}" destId="{A2774A86-9F90-2242-A330-6E972BF986E6}" srcOrd="1" destOrd="0" parTransId="{2DA0FC1B-D49A-BF46-BE36-96742B200202}" sibTransId="{CDE3C399-37D9-9C48-A392-3E4B1F0EC427}"/>
    <dgm:cxn modelId="{E421980C-74A3-4BD5-B9AF-8771A0D60F38}" srcId="{1AB32C12-9163-304A-8A0C-47E60DBFC2CA}" destId="{CAC7D90D-6656-4B14-ADAD-72CED0C02249}" srcOrd="2" destOrd="0" parTransId="{0A7A9050-9438-4A53-A513-4593A5F1F5E0}" sibTransId="{B939C8E8-BD13-4856-818B-ACEF4E89D34F}"/>
    <dgm:cxn modelId="{D69D7A12-2516-6C41-B705-2E2A2ABA32C9}" srcId="{1AB32C12-9163-304A-8A0C-47E60DBFC2CA}" destId="{8F1867DA-BF21-F641-B600-FEE7E77A7E8A}" srcOrd="0" destOrd="0" parTransId="{60212DBF-F91F-6541-87B2-9F8C3A6159A0}" sibTransId="{9F5D9411-C82A-8B42-9BF5-E7C39932C8D0}"/>
    <dgm:cxn modelId="{A271EA25-59E2-4008-9C0A-6EB10BF6375A}" type="presOf" srcId="{CAC7D90D-6656-4B14-ADAD-72CED0C02249}" destId="{E9AA2775-C570-4BFD-B4C7-20D6A2FB39C0}" srcOrd="0" destOrd="0" presId="urn:microsoft.com/office/officeart/2005/8/layout/hChevron3"/>
    <dgm:cxn modelId="{F7BA6E63-B68E-344F-BBA4-C7106850B56A}" type="presOf" srcId="{A2774A86-9F90-2242-A330-6E972BF986E6}" destId="{6D038B4B-BA31-8C43-801B-279640EED3AD}" srcOrd="0" destOrd="0" presId="urn:microsoft.com/office/officeart/2005/8/layout/hChevron3"/>
    <dgm:cxn modelId="{FD1F19A8-807E-7B4C-BA01-44CD40812925}" type="presOf" srcId="{8F1867DA-BF21-F641-B600-FEE7E77A7E8A}" destId="{A1DA6A98-E79C-C247-8E15-F87554A89466}" srcOrd="0" destOrd="0" presId="urn:microsoft.com/office/officeart/2005/8/layout/hChevron3"/>
    <dgm:cxn modelId="{196987CB-0503-1140-907F-BAFDB40FA838}" type="presOf" srcId="{1AB32C12-9163-304A-8A0C-47E60DBFC2CA}" destId="{2BE2B447-57BA-0948-95C1-B14E4C82581B}" srcOrd="0" destOrd="0" presId="urn:microsoft.com/office/officeart/2005/8/layout/hChevron3"/>
    <dgm:cxn modelId="{68FF5E08-F1B1-9C4B-9947-626224C5E2E0}" type="presParOf" srcId="{2BE2B447-57BA-0948-95C1-B14E4C82581B}" destId="{A1DA6A98-E79C-C247-8E15-F87554A89466}" srcOrd="0" destOrd="0" presId="urn:microsoft.com/office/officeart/2005/8/layout/hChevron3"/>
    <dgm:cxn modelId="{1F537B29-05F8-9745-98CB-B33FF5A6D3E2}" type="presParOf" srcId="{2BE2B447-57BA-0948-95C1-B14E4C82581B}" destId="{7BC66364-ECBF-DB45-B8C3-B0B4B9E25404}" srcOrd="1" destOrd="0" presId="urn:microsoft.com/office/officeart/2005/8/layout/hChevron3"/>
    <dgm:cxn modelId="{88659E91-E7C7-4441-A275-F6BCC9408608}" type="presParOf" srcId="{2BE2B447-57BA-0948-95C1-B14E4C82581B}" destId="{6D038B4B-BA31-8C43-801B-279640EED3AD}" srcOrd="2" destOrd="0" presId="urn:microsoft.com/office/officeart/2005/8/layout/hChevron3"/>
    <dgm:cxn modelId="{AB7E1E80-30A5-F341-B82F-74FF5AF86945}" type="presParOf" srcId="{2BE2B447-57BA-0948-95C1-B14E4C82581B}" destId="{14B4FD6C-7A41-FA4C-8170-CE05C06E7D94}" srcOrd="3" destOrd="0" presId="urn:microsoft.com/office/officeart/2005/8/layout/hChevron3"/>
    <dgm:cxn modelId="{C3EA3125-B83A-4E6C-83C7-C1ED6FF44962}" type="presParOf" srcId="{2BE2B447-57BA-0948-95C1-B14E4C82581B}" destId="{E9AA2775-C570-4BFD-B4C7-20D6A2FB39C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B32C12-9163-304A-8A0C-47E60DBFC2CA}" type="doc">
      <dgm:prSet loTypeId="urn:microsoft.com/office/officeart/2005/8/layout/hChevron3" loCatId="" qsTypeId="urn:microsoft.com/office/officeart/2005/8/quickstyle/simple1" qsCatId="simple" csTypeId="urn:microsoft.com/office/officeart/2005/8/colors/accent4_1" csCatId="accent4" phldr="1"/>
      <dgm:spPr/>
    </dgm:pt>
    <dgm:pt modelId="{8F1867DA-BF21-F641-B600-FEE7E77A7E8A}">
      <dgm:prSet phldrT="[Text]" custT="1"/>
      <dgm:spPr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gm:spPr>
      <dgm:t>
        <a:bodyPr spcFirstLastPara="0" vert="horz" wrap="square" lIns="92012" tIns="61341" rIns="30671" bIns="61341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gm:t>
    </dgm:pt>
    <dgm:pt modelId="{60212DBF-F91F-6541-87B2-9F8C3A6159A0}" type="parTrans" cxnId="{D69D7A12-2516-6C41-B705-2E2A2ABA32C9}">
      <dgm:prSet/>
      <dgm:spPr/>
      <dgm:t>
        <a:bodyPr/>
        <a:lstStyle/>
        <a:p>
          <a:endParaRPr lang="en-GB" sz="2800"/>
        </a:p>
      </dgm:t>
    </dgm:pt>
    <dgm:pt modelId="{9F5D9411-C82A-8B42-9BF5-E7C39932C8D0}" type="sibTrans" cxnId="{D69D7A12-2516-6C41-B705-2E2A2ABA32C9}">
      <dgm:prSet/>
      <dgm:spPr/>
      <dgm:t>
        <a:bodyPr/>
        <a:lstStyle/>
        <a:p>
          <a:endParaRPr lang="en-GB" sz="2800"/>
        </a:p>
      </dgm:t>
    </dgm:pt>
    <dgm:pt modelId="{A2774A86-9F90-2242-A330-6E972BF986E6}">
      <dgm:prSet phldrT="[Text]" custT="1"/>
      <dgm:spPr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gm:spPr>
      <dgm:t>
        <a:bodyPr spcFirstLastPara="0" vert="horz" wrap="square" lIns="106680" tIns="53340" rIns="26670" bIns="53340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gm:t>
    </dgm:pt>
    <dgm:pt modelId="{2DA0FC1B-D49A-BF46-BE36-96742B200202}" type="parTrans" cxnId="{3701790A-C7B8-5F41-A888-FEBEA7A9E994}">
      <dgm:prSet/>
      <dgm:spPr/>
      <dgm:t>
        <a:bodyPr/>
        <a:lstStyle/>
        <a:p>
          <a:endParaRPr lang="en-GB" sz="2800"/>
        </a:p>
      </dgm:t>
    </dgm:pt>
    <dgm:pt modelId="{CDE3C399-37D9-9C48-A392-3E4B1F0EC427}" type="sibTrans" cxnId="{3701790A-C7B8-5F41-A888-FEBEA7A9E994}">
      <dgm:prSet/>
      <dgm:spPr/>
      <dgm:t>
        <a:bodyPr/>
        <a:lstStyle/>
        <a:p>
          <a:endParaRPr lang="en-GB" sz="2800"/>
        </a:p>
      </dgm:t>
    </dgm:pt>
    <dgm:pt modelId="{CAC7D90D-6656-4B14-ADAD-72CED0C02249}">
      <dgm:prSet custT="1"/>
      <dgm:spPr>
        <a:solidFill>
          <a:srgbClr val="B3A369"/>
        </a:solidFill>
        <a:ln w="22225">
          <a:solidFill>
            <a:srgbClr val="003057"/>
          </a:solidFill>
        </a:ln>
      </dgm:spPr>
      <dgm:t>
        <a:bodyPr/>
        <a:lstStyle/>
        <a:p>
          <a:pPr algn="l"/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gm:t>
    </dgm:pt>
    <dgm:pt modelId="{0A7A9050-9438-4A53-A513-4593A5F1F5E0}" type="parTrans" cxnId="{E421980C-74A3-4BD5-B9AF-8771A0D60F38}">
      <dgm:prSet/>
      <dgm:spPr/>
      <dgm:t>
        <a:bodyPr/>
        <a:lstStyle/>
        <a:p>
          <a:endParaRPr lang="en-US"/>
        </a:p>
      </dgm:t>
    </dgm:pt>
    <dgm:pt modelId="{B939C8E8-BD13-4856-818B-ACEF4E89D34F}" type="sibTrans" cxnId="{E421980C-74A3-4BD5-B9AF-8771A0D60F38}">
      <dgm:prSet/>
      <dgm:spPr/>
      <dgm:t>
        <a:bodyPr/>
        <a:lstStyle/>
        <a:p>
          <a:endParaRPr lang="en-US"/>
        </a:p>
      </dgm:t>
    </dgm:pt>
    <dgm:pt modelId="{2BE2B447-57BA-0948-95C1-B14E4C82581B}" type="pres">
      <dgm:prSet presAssocID="{1AB32C12-9163-304A-8A0C-47E60DBFC2CA}" presName="Name0" presStyleCnt="0">
        <dgm:presLayoutVars>
          <dgm:dir/>
          <dgm:resizeHandles val="exact"/>
        </dgm:presLayoutVars>
      </dgm:prSet>
      <dgm:spPr/>
    </dgm:pt>
    <dgm:pt modelId="{A1DA6A98-E79C-C247-8E15-F87554A89466}" type="pres">
      <dgm:prSet presAssocID="{8F1867DA-BF21-F641-B600-FEE7E77A7E8A}" presName="parTxOnly" presStyleLbl="node1" presStyleIdx="0" presStyleCnt="3" custScaleX="32493" custLinFactX="-7512" custLinFactNeighborX="-100000">
        <dgm:presLayoutVars>
          <dgm:bulletEnabled val="1"/>
        </dgm:presLayoutVars>
      </dgm:prSet>
      <dgm:spPr>
        <a:xfrm>
          <a:off x="0" y="0"/>
          <a:ext cx="2315217" cy="555812"/>
        </a:xfrm>
        <a:prstGeom prst="chevron">
          <a:avLst/>
        </a:prstGeom>
      </dgm:spPr>
    </dgm:pt>
    <dgm:pt modelId="{7BC66364-ECBF-DB45-B8C3-B0B4B9E25404}" type="pres">
      <dgm:prSet presAssocID="{9F5D9411-C82A-8B42-9BF5-E7C39932C8D0}" presName="parSpace" presStyleCnt="0"/>
      <dgm:spPr/>
    </dgm:pt>
    <dgm:pt modelId="{6D038B4B-BA31-8C43-801B-279640EED3AD}" type="pres">
      <dgm:prSet presAssocID="{A2774A86-9F90-2242-A330-6E972BF986E6}" presName="parTxOnly" presStyleLbl="node1" presStyleIdx="1" presStyleCnt="3" custScaleX="40690" custLinFactNeighborX="-2112">
        <dgm:presLayoutVars>
          <dgm:bulletEnabled val="1"/>
        </dgm:presLayoutVars>
      </dgm:prSet>
      <dgm:spPr>
        <a:xfrm>
          <a:off x="1961479" y="0"/>
          <a:ext cx="3396404" cy="555812"/>
        </a:xfrm>
        <a:prstGeom prst="chevron">
          <a:avLst/>
        </a:prstGeom>
      </dgm:spPr>
    </dgm:pt>
    <dgm:pt modelId="{14B4FD6C-7A41-FA4C-8170-CE05C06E7D94}" type="pres">
      <dgm:prSet presAssocID="{CDE3C399-37D9-9C48-A392-3E4B1F0EC427}" presName="parSpace" presStyleCnt="0"/>
      <dgm:spPr/>
    </dgm:pt>
    <dgm:pt modelId="{E9AA2775-C570-4BFD-B4C7-20D6A2FB39C0}" type="pres">
      <dgm:prSet presAssocID="{CAC7D90D-6656-4B14-ADAD-72CED0C02249}" presName="parTxOnly" presStyleLbl="node1" presStyleIdx="2" presStyleCnt="3" custScaleX="31888" custLinFactX="5532" custLinFactNeighborX="100000" custLinFactNeighborY="8087">
        <dgm:presLayoutVars>
          <dgm:bulletEnabled val="1"/>
        </dgm:presLayoutVars>
      </dgm:prSet>
      <dgm:spPr/>
    </dgm:pt>
  </dgm:ptLst>
  <dgm:cxnLst>
    <dgm:cxn modelId="{3701790A-C7B8-5F41-A888-FEBEA7A9E994}" srcId="{1AB32C12-9163-304A-8A0C-47E60DBFC2CA}" destId="{A2774A86-9F90-2242-A330-6E972BF986E6}" srcOrd="1" destOrd="0" parTransId="{2DA0FC1B-D49A-BF46-BE36-96742B200202}" sibTransId="{CDE3C399-37D9-9C48-A392-3E4B1F0EC427}"/>
    <dgm:cxn modelId="{E421980C-74A3-4BD5-B9AF-8771A0D60F38}" srcId="{1AB32C12-9163-304A-8A0C-47E60DBFC2CA}" destId="{CAC7D90D-6656-4B14-ADAD-72CED0C02249}" srcOrd="2" destOrd="0" parTransId="{0A7A9050-9438-4A53-A513-4593A5F1F5E0}" sibTransId="{B939C8E8-BD13-4856-818B-ACEF4E89D34F}"/>
    <dgm:cxn modelId="{D69D7A12-2516-6C41-B705-2E2A2ABA32C9}" srcId="{1AB32C12-9163-304A-8A0C-47E60DBFC2CA}" destId="{8F1867DA-BF21-F641-B600-FEE7E77A7E8A}" srcOrd="0" destOrd="0" parTransId="{60212DBF-F91F-6541-87B2-9F8C3A6159A0}" sibTransId="{9F5D9411-C82A-8B42-9BF5-E7C39932C8D0}"/>
    <dgm:cxn modelId="{A271EA25-59E2-4008-9C0A-6EB10BF6375A}" type="presOf" srcId="{CAC7D90D-6656-4B14-ADAD-72CED0C02249}" destId="{E9AA2775-C570-4BFD-B4C7-20D6A2FB39C0}" srcOrd="0" destOrd="0" presId="urn:microsoft.com/office/officeart/2005/8/layout/hChevron3"/>
    <dgm:cxn modelId="{F7BA6E63-B68E-344F-BBA4-C7106850B56A}" type="presOf" srcId="{A2774A86-9F90-2242-A330-6E972BF986E6}" destId="{6D038B4B-BA31-8C43-801B-279640EED3AD}" srcOrd="0" destOrd="0" presId="urn:microsoft.com/office/officeart/2005/8/layout/hChevron3"/>
    <dgm:cxn modelId="{FD1F19A8-807E-7B4C-BA01-44CD40812925}" type="presOf" srcId="{8F1867DA-BF21-F641-B600-FEE7E77A7E8A}" destId="{A1DA6A98-E79C-C247-8E15-F87554A89466}" srcOrd="0" destOrd="0" presId="urn:microsoft.com/office/officeart/2005/8/layout/hChevron3"/>
    <dgm:cxn modelId="{196987CB-0503-1140-907F-BAFDB40FA838}" type="presOf" srcId="{1AB32C12-9163-304A-8A0C-47E60DBFC2CA}" destId="{2BE2B447-57BA-0948-95C1-B14E4C82581B}" srcOrd="0" destOrd="0" presId="urn:microsoft.com/office/officeart/2005/8/layout/hChevron3"/>
    <dgm:cxn modelId="{68FF5E08-F1B1-9C4B-9947-626224C5E2E0}" type="presParOf" srcId="{2BE2B447-57BA-0948-95C1-B14E4C82581B}" destId="{A1DA6A98-E79C-C247-8E15-F87554A89466}" srcOrd="0" destOrd="0" presId="urn:microsoft.com/office/officeart/2005/8/layout/hChevron3"/>
    <dgm:cxn modelId="{1F537B29-05F8-9745-98CB-B33FF5A6D3E2}" type="presParOf" srcId="{2BE2B447-57BA-0948-95C1-B14E4C82581B}" destId="{7BC66364-ECBF-DB45-B8C3-B0B4B9E25404}" srcOrd="1" destOrd="0" presId="urn:microsoft.com/office/officeart/2005/8/layout/hChevron3"/>
    <dgm:cxn modelId="{88659E91-E7C7-4441-A275-F6BCC9408608}" type="presParOf" srcId="{2BE2B447-57BA-0948-95C1-B14E4C82581B}" destId="{6D038B4B-BA31-8C43-801B-279640EED3AD}" srcOrd="2" destOrd="0" presId="urn:microsoft.com/office/officeart/2005/8/layout/hChevron3"/>
    <dgm:cxn modelId="{AB7E1E80-30A5-F341-B82F-74FF5AF86945}" type="presParOf" srcId="{2BE2B447-57BA-0948-95C1-B14E4C82581B}" destId="{14B4FD6C-7A41-FA4C-8170-CE05C06E7D94}" srcOrd="3" destOrd="0" presId="urn:microsoft.com/office/officeart/2005/8/layout/hChevron3"/>
    <dgm:cxn modelId="{C3EA3125-B83A-4E6C-83C7-C1ED6FF44962}" type="presParOf" srcId="{2BE2B447-57BA-0948-95C1-B14E4C82581B}" destId="{E9AA2775-C570-4BFD-B4C7-20D6A2FB39C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B32C12-9163-304A-8A0C-47E60DBFC2CA}" type="doc">
      <dgm:prSet loTypeId="urn:microsoft.com/office/officeart/2005/8/layout/hChevron3" loCatId="" qsTypeId="urn:microsoft.com/office/officeart/2005/8/quickstyle/simple1" qsCatId="simple" csTypeId="urn:microsoft.com/office/officeart/2005/8/colors/accent4_1" csCatId="accent4" phldr="1"/>
      <dgm:spPr/>
    </dgm:pt>
    <dgm:pt modelId="{8F1867DA-BF21-F641-B600-FEE7E77A7E8A}">
      <dgm:prSet phldrT="[Text]" custT="1"/>
      <dgm:spPr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gm:spPr>
      <dgm:t>
        <a:bodyPr spcFirstLastPara="0" vert="horz" wrap="square" lIns="92012" tIns="61341" rIns="30671" bIns="61341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gm:t>
    </dgm:pt>
    <dgm:pt modelId="{60212DBF-F91F-6541-87B2-9F8C3A6159A0}" type="parTrans" cxnId="{D69D7A12-2516-6C41-B705-2E2A2ABA32C9}">
      <dgm:prSet/>
      <dgm:spPr/>
      <dgm:t>
        <a:bodyPr/>
        <a:lstStyle/>
        <a:p>
          <a:endParaRPr lang="en-GB" sz="2800"/>
        </a:p>
      </dgm:t>
    </dgm:pt>
    <dgm:pt modelId="{9F5D9411-C82A-8B42-9BF5-E7C39932C8D0}" type="sibTrans" cxnId="{D69D7A12-2516-6C41-B705-2E2A2ABA32C9}">
      <dgm:prSet/>
      <dgm:spPr/>
      <dgm:t>
        <a:bodyPr/>
        <a:lstStyle/>
        <a:p>
          <a:endParaRPr lang="en-GB" sz="2800"/>
        </a:p>
      </dgm:t>
    </dgm:pt>
    <dgm:pt modelId="{A2774A86-9F90-2242-A330-6E972BF986E6}">
      <dgm:prSet phldrT="[Text]" custT="1"/>
      <dgm:spPr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gm:spPr>
      <dgm:t>
        <a:bodyPr spcFirstLastPara="0" vert="horz" wrap="square" lIns="106680" tIns="53340" rIns="26670" bIns="53340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gm:t>
    </dgm:pt>
    <dgm:pt modelId="{2DA0FC1B-D49A-BF46-BE36-96742B200202}" type="parTrans" cxnId="{3701790A-C7B8-5F41-A888-FEBEA7A9E994}">
      <dgm:prSet/>
      <dgm:spPr/>
      <dgm:t>
        <a:bodyPr/>
        <a:lstStyle/>
        <a:p>
          <a:endParaRPr lang="en-GB" sz="2800"/>
        </a:p>
      </dgm:t>
    </dgm:pt>
    <dgm:pt modelId="{CDE3C399-37D9-9C48-A392-3E4B1F0EC427}" type="sibTrans" cxnId="{3701790A-C7B8-5F41-A888-FEBEA7A9E994}">
      <dgm:prSet/>
      <dgm:spPr/>
      <dgm:t>
        <a:bodyPr/>
        <a:lstStyle/>
        <a:p>
          <a:endParaRPr lang="en-GB" sz="2800"/>
        </a:p>
      </dgm:t>
    </dgm:pt>
    <dgm:pt modelId="{CAC7D90D-6656-4B14-ADAD-72CED0C02249}">
      <dgm:prSet custT="1"/>
      <dgm:spPr>
        <a:solidFill>
          <a:srgbClr val="B3A369"/>
        </a:solidFill>
        <a:ln w="22225">
          <a:solidFill>
            <a:srgbClr val="003057"/>
          </a:solidFill>
        </a:ln>
      </dgm:spPr>
      <dgm:t>
        <a:bodyPr/>
        <a:lstStyle/>
        <a:p>
          <a:pPr algn="l"/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gm:t>
    </dgm:pt>
    <dgm:pt modelId="{0A7A9050-9438-4A53-A513-4593A5F1F5E0}" type="parTrans" cxnId="{E421980C-74A3-4BD5-B9AF-8771A0D60F38}">
      <dgm:prSet/>
      <dgm:spPr/>
      <dgm:t>
        <a:bodyPr/>
        <a:lstStyle/>
        <a:p>
          <a:endParaRPr lang="en-US"/>
        </a:p>
      </dgm:t>
    </dgm:pt>
    <dgm:pt modelId="{B939C8E8-BD13-4856-818B-ACEF4E89D34F}" type="sibTrans" cxnId="{E421980C-74A3-4BD5-B9AF-8771A0D60F38}">
      <dgm:prSet/>
      <dgm:spPr/>
      <dgm:t>
        <a:bodyPr/>
        <a:lstStyle/>
        <a:p>
          <a:endParaRPr lang="en-US"/>
        </a:p>
      </dgm:t>
    </dgm:pt>
    <dgm:pt modelId="{2BE2B447-57BA-0948-95C1-B14E4C82581B}" type="pres">
      <dgm:prSet presAssocID="{1AB32C12-9163-304A-8A0C-47E60DBFC2CA}" presName="Name0" presStyleCnt="0">
        <dgm:presLayoutVars>
          <dgm:dir/>
          <dgm:resizeHandles val="exact"/>
        </dgm:presLayoutVars>
      </dgm:prSet>
      <dgm:spPr/>
    </dgm:pt>
    <dgm:pt modelId="{A1DA6A98-E79C-C247-8E15-F87554A89466}" type="pres">
      <dgm:prSet presAssocID="{8F1867DA-BF21-F641-B600-FEE7E77A7E8A}" presName="parTxOnly" presStyleLbl="node1" presStyleIdx="0" presStyleCnt="3" custScaleX="32493" custLinFactX="-7512" custLinFactNeighborX="-100000">
        <dgm:presLayoutVars>
          <dgm:bulletEnabled val="1"/>
        </dgm:presLayoutVars>
      </dgm:prSet>
      <dgm:spPr>
        <a:xfrm>
          <a:off x="0" y="0"/>
          <a:ext cx="2315217" cy="555812"/>
        </a:xfrm>
        <a:prstGeom prst="chevron">
          <a:avLst/>
        </a:prstGeom>
      </dgm:spPr>
    </dgm:pt>
    <dgm:pt modelId="{7BC66364-ECBF-DB45-B8C3-B0B4B9E25404}" type="pres">
      <dgm:prSet presAssocID="{9F5D9411-C82A-8B42-9BF5-E7C39932C8D0}" presName="parSpace" presStyleCnt="0"/>
      <dgm:spPr/>
    </dgm:pt>
    <dgm:pt modelId="{6D038B4B-BA31-8C43-801B-279640EED3AD}" type="pres">
      <dgm:prSet presAssocID="{A2774A86-9F90-2242-A330-6E972BF986E6}" presName="parTxOnly" presStyleLbl="node1" presStyleIdx="1" presStyleCnt="3" custScaleX="40690" custLinFactNeighborX="-2112">
        <dgm:presLayoutVars>
          <dgm:bulletEnabled val="1"/>
        </dgm:presLayoutVars>
      </dgm:prSet>
      <dgm:spPr>
        <a:xfrm>
          <a:off x="1961479" y="0"/>
          <a:ext cx="3396404" cy="555812"/>
        </a:xfrm>
        <a:prstGeom prst="chevron">
          <a:avLst/>
        </a:prstGeom>
      </dgm:spPr>
    </dgm:pt>
    <dgm:pt modelId="{14B4FD6C-7A41-FA4C-8170-CE05C06E7D94}" type="pres">
      <dgm:prSet presAssocID="{CDE3C399-37D9-9C48-A392-3E4B1F0EC427}" presName="parSpace" presStyleCnt="0"/>
      <dgm:spPr/>
    </dgm:pt>
    <dgm:pt modelId="{E9AA2775-C570-4BFD-B4C7-20D6A2FB39C0}" type="pres">
      <dgm:prSet presAssocID="{CAC7D90D-6656-4B14-ADAD-72CED0C02249}" presName="parTxOnly" presStyleLbl="node1" presStyleIdx="2" presStyleCnt="3" custScaleX="31888" custLinFactX="5532" custLinFactNeighborX="100000" custLinFactNeighborY="8087">
        <dgm:presLayoutVars>
          <dgm:bulletEnabled val="1"/>
        </dgm:presLayoutVars>
      </dgm:prSet>
      <dgm:spPr/>
    </dgm:pt>
  </dgm:ptLst>
  <dgm:cxnLst>
    <dgm:cxn modelId="{3701790A-C7B8-5F41-A888-FEBEA7A9E994}" srcId="{1AB32C12-9163-304A-8A0C-47E60DBFC2CA}" destId="{A2774A86-9F90-2242-A330-6E972BF986E6}" srcOrd="1" destOrd="0" parTransId="{2DA0FC1B-D49A-BF46-BE36-96742B200202}" sibTransId="{CDE3C399-37D9-9C48-A392-3E4B1F0EC427}"/>
    <dgm:cxn modelId="{E421980C-74A3-4BD5-B9AF-8771A0D60F38}" srcId="{1AB32C12-9163-304A-8A0C-47E60DBFC2CA}" destId="{CAC7D90D-6656-4B14-ADAD-72CED0C02249}" srcOrd="2" destOrd="0" parTransId="{0A7A9050-9438-4A53-A513-4593A5F1F5E0}" sibTransId="{B939C8E8-BD13-4856-818B-ACEF4E89D34F}"/>
    <dgm:cxn modelId="{D69D7A12-2516-6C41-B705-2E2A2ABA32C9}" srcId="{1AB32C12-9163-304A-8A0C-47E60DBFC2CA}" destId="{8F1867DA-BF21-F641-B600-FEE7E77A7E8A}" srcOrd="0" destOrd="0" parTransId="{60212DBF-F91F-6541-87B2-9F8C3A6159A0}" sibTransId="{9F5D9411-C82A-8B42-9BF5-E7C39932C8D0}"/>
    <dgm:cxn modelId="{A271EA25-59E2-4008-9C0A-6EB10BF6375A}" type="presOf" srcId="{CAC7D90D-6656-4B14-ADAD-72CED0C02249}" destId="{E9AA2775-C570-4BFD-B4C7-20D6A2FB39C0}" srcOrd="0" destOrd="0" presId="urn:microsoft.com/office/officeart/2005/8/layout/hChevron3"/>
    <dgm:cxn modelId="{F7BA6E63-B68E-344F-BBA4-C7106850B56A}" type="presOf" srcId="{A2774A86-9F90-2242-A330-6E972BF986E6}" destId="{6D038B4B-BA31-8C43-801B-279640EED3AD}" srcOrd="0" destOrd="0" presId="urn:microsoft.com/office/officeart/2005/8/layout/hChevron3"/>
    <dgm:cxn modelId="{FD1F19A8-807E-7B4C-BA01-44CD40812925}" type="presOf" srcId="{8F1867DA-BF21-F641-B600-FEE7E77A7E8A}" destId="{A1DA6A98-E79C-C247-8E15-F87554A89466}" srcOrd="0" destOrd="0" presId="urn:microsoft.com/office/officeart/2005/8/layout/hChevron3"/>
    <dgm:cxn modelId="{196987CB-0503-1140-907F-BAFDB40FA838}" type="presOf" srcId="{1AB32C12-9163-304A-8A0C-47E60DBFC2CA}" destId="{2BE2B447-57BA-0948-95C1-B14E4C82581B}" srcOrd="0" destOrd="0" presId="urn:microsoft.com/office/officeart/2005/8/layout/hChevron3"/>
    <dgm:cxn modelId="{68FF5E08-F1B1-9C4B-9947-626224C5E2E0}" type="presParOf" srcId="{2BE2B447-57BA-0948-95C1-B14E4C82581B}" destId="{A1DA6A98-E79C-C247-8E15-F87554A89466}" srcOrd="0" destOrd="0" presId="urn:microsoft.com/office/officeart/2005/8/layout/hChevron3"/>
    <dgm:cxn modelId="{1F537B29-05F8-9745-98CB-B33FF5A6D3E2}" type="presParOf" srcId="{2BE2B447-57BA-0948-95C1-B14E4C82581B}" destId="{7BC66364-ECBF-DB45-B8C3-B0B4B9E25404}" srcOrd="1" destOrd="0" presId="urn:microsoft.com/office/officeart/2005/8/layout/hChevron3"/>
    <dgm:cxn modelId="{88659E91-E7C7-4441-A275-F6BCC9408608}" type="presParOf" srcId="{2BE2B447-57BA-0948-95C1-B14E4C82581B}" destId="{6D038B4B-BA31-8C43-801B-279640EED3AD}" srcOrd="2" destOrd="0" presId="urn:microsoft.com/office/officeart/2005/8/layout/hChevron3"/>
    <dgm:cxn modelId="{AB7E1E80-30A5-F341-B82F-74FF5AF86945}" type="presParOf" srcId="{2BE2B447-57BA-0948-95C1-B14E4C82581B}" destId="{14B4FD6C-7A41-FA4C-8170-CE05C06E7D94}" srcOrd="3" destOrd="0" presId="urn:microsoft.com/office/officeart/2005/8/layout/hChevron3"/>
    <dgm:cxn modelId="{C3EA3125-B83A-4E6C-83C7-C1ED6FF44962}" type="presParOf" srcId="{2BE2B447-57BA-0948-95C1-B14E4C82581B}" destId="{E9AA2775-C570-4BFD-B4C7-20D6A2FB39C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AB32C12-9163-304A-8A0C-47E60DBFC2CA}" type="doc">
      <dgm:prSet loTypeId="urn:microsoft.com/office/officeart/2005/8/layout/hChevron3" loCatId="" qsTypeId="urn:microsoft.com/office/officeart/2005/8/quickstyle/simple1" qsCatId="simple" csTypeId="urn:microsoft.com/office/officeart/2005/8/colors/accent4_1" csCatId="accent4" phldr="1"/>
      <dgm:spPr/>
    </dgm:pt>
    <dgm:pt modelId="{8F1867DA-BF21-F641-B600-FEE7E77A7E8A}">
      <dgm:prSet phldrT="[Text]" custT="1"/>
      <dgm:spPr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gm:spPr>
      <dgm:t>
        <a:bodyPr spcFirstLastPara="0" vert="horz" wrap="square" lIns="92012" tIns="61341" rIns="30671" bIns="61341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gm:t>
    </dgm:pt>
    <dgm:pt modelId="{60212DBF-F91F-6541-87B2-9F8C3A6159A0}" type="parTrans" cxnId="{D69D7A12-2516-6C41-B705-2E2A2ABA32C9}">
      <dgm:prSet/>
      <dgm:spPr/>
      <dgm:t>
        <a:bodyPr/>
        <a:lstStyle/>
        <a:p>
          <a:endParaRPr lang="en-GB" sz="2800"/>
        </a:p>
      </dgm:t>
    </dgm:pt>
    <dgm:pt modelId="{9F5D9411-C82A-8B42-9BF5-E7C39932C8D0}" type="sibTrans" cxnId="{D69D7A12-2516-6C41-B705-2E2A2ABA32C9}">
      <dgm:prSet/>
      <dgm:spPr/>
      <dgm:t>
        <a:bodyPr/>
        <a:lstStyle/>
        <a:p>
          <a:endParaRPr lang="en-GB" sz="2800"/>
        </a:p>
      </dgm:t>
    </dgm:pt>
    <dgm:pt modelId="{A2774A86-9F90-2242-A330-6E972BF986E6}">
      <dgm:prSet phldrT="[Text]" custT="1"/>
      <dgm:spPr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gm:spPr>
      <dgm:t>
        <a:bodyPr spcFirstLastPara="0" vert="horz" wrap="square" lIns="106680" tIns="53340" rIns="26670" bIns="53340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gm:t>
    </dgm:pt>
    <dgm:pt modelId="{2DA0FC1B-D49A-BF46-BE36-96742B200202}" type="parTrans" cxnId="{3701790A-C7B8-5F41-A888-FEBEA7A9E994}">
      <dgm:prSet/>
      <dgm:spPr/>
      <dgm:t>
        <a:bodyPr/>
        <a:lstStyle/>
        <a:p>
          <a:endParaRPr lang="en-GB" sz="2800"/>
        </a:p>
      </dgm:t>
    </dgm:pt>
    <dgm:pt modelId="{CDE3C399-37D9-9C48-A392-3E4B1F0EC427}" type="sibTrans" cxnId="{3701790A-C7B8-5F41-A888-FEBEA7A9E994}">
      <dgm:prSet/>
      <dgm:spPr/>
      <dgm:t>
        <a:bodyPr/>
        <a:lstStyle/>
        <a:p>
          <a:endParaRPr lang="en-GB" sz="2800"/>
        </a:p>
      </dgm:t>
    </dgm:pt>
    <dgm:pt modelId="{09A046F2-B86E-4D4C-883A-9A0E677BC6EF}">
      <dgm:prSet custT="1"/>
      <dgm:spPr>
        <a:solidFill>
          <a:srgbClr val="B3A369"/>
        </a:solidFill>
        <a:ln w="22225">
          <a:solidFill>
            <a:srgbClr val="003057"/>
          </a:solidFill>
        </a:ln>
      </dgm:spPr>
      <dgm:t>
        <a:bodyPr/>
        <a:lstStyle/>
        <a:p>
          <a:pPr algn="l"/>
          <a:r>
            <a:rPr lang="en-GB" sz="2300">
              <a:solidFill>
                <a:srgbClr val="003057"/>
              </a:solidFill>
            </a:rPr>
            <a:t>Implementation for TXC</a:t>
          </a:r>
        </a:p>
      </dgm:t>
    </dgm:pt>
    <dgm:pt modelId="{F909B369-F751-F740-956A-66C81D8CBC94}" type="parTrans" cxnId="{DDAEA158-720C-4440-B289-5CE81C04A224}">
      <dgm:prSet/>
      <dgm:spPr/>
      <dgm:t>
        <a:bodyPr/>
        <a:lstStyle/>
        <a:p>
          <a:endParaRPr lang="en-GB" sz="2800"/>
        </a:p>
      </dgm:t>
    </dgm:pt>
    <dgm:pt modelId="{FF61F89F-0ED0-9D49-950D-8FF7090127FF}" type="sibTrans" cxnId="{DDAEA158-720C-4440-B289-5CE81C04A224}">
      <dgm:prSet/>
      <dgm:spPr/>
      <dgm:t>
        <a:bodyPr/>
        <a:lstStyle/>
        <a:p>
          <a:endParaRPr lang="en-GB" sz="2800"/>
        </a:p>
      </dgm:t>
    </dgm:pt>
    <dgm:pt modelId="{CAC7D90D-6656-4B14-ADAD-72CED0C02249}">
      <dgm:prSet custT="1"/>
      <dgm:spPr>
        <a:solidFill>
          <a:srgbClr val="B3A369"/>
        </a:solidFill>
        <a:ln w="22225">
          <a:solidFill>
            <a:srgbClr val="003057"/>
          </a:solidFill>
        </a:ln>
      </dgm:spPr>
      <dgm:t>
        <a:bodyPr/>
        <a:lstStyle/>
        <a:p>
          <a:pPr algn="l"/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gm:t>
    </dgm:pt>
    <dgm:pt modelId="{0A7A9050-9438-4A53-A513-4593A5F1F5E0}" type="parTrans" cxnId="{E421980C-74A3-4BD5-B9AF-8771A0D60F38}">
      <dgm:prSet/>
      <dgm:spPr/>
      <dgm:t>
        <a:bodyPr/>
        <a:lstStyle/>
        <a:p>
          <a:endParaRPr lang="en-US"/>
        </a:p>
      </dgm:t>
    </dgm:pt>
    <dgm:pt modelId="{B939C8E8-BD13-4856-818B-ACEF4E89D34F}" type="sibTrans" cxnId="{E421980C-74A3-4BD5-B9AF-8771A0D60F38}">
      <dgm:prSet/>
      <dgm:spPr/>
      <dgm:t>
        <a:bodyPr/>
        <a:lstStyle/>
        <a:p>
          <a:endParaRPr lang="en-US"/>
        </a:p>
      </dgm:t>
    </dgm:pt>
    <dgm:pt modelId="{2BE2B447-57BA-0948-95C1-B14E4C82581B}" type="pres">
      <dgm:prSet presAssocID="{1AB32C12-9163-304A-8A0C-47E60DBFC2CA}" presName="Name0" presStyleCnt="0">
        <dgm:presLayoutVars>
          <dgm:dir/>
          <dgm:resizeHandles val="exact"/>
        </dgm:presLayoutVars>
      </dgm:prSet>
      <dgm:spPr/>
    </dgm:pt>
    <dgm:pt modelId="{A1DA6A98-E79C-C247-8E15-F87554A89466}" type="pres">
      <dgm:prSet presAssocID="{8F1867DA-BF21-F641-B600-FEE7E77A7E8A}" presName="parTxOnly" presStyleLbl="node1" presStyleIdx="0" presStyleCnt="4" custScaleX="18480" custLinFactX="-7512" custLinFactNeighborX="-100000">
        <dgm:presLayoutVars>
          <dgm:bulletEnabled val="1"/>
        </dgm:presLayoutVars>
      </dgm:prSet>
      <dgm:spPr>
        <a:xfrm>
          <a:off x="0" y="0"/>
          <a:ext cx="2315217" cy="555812"/>
        </a:xfrm>
        <a:prstGeom prst="chevron">
          <a:avLst/>
        </a:prstGeom>
      </dgm:spPr>
    </dgm:pt>
    <dgm:pt modelId="{7BC66364-ECBF-DB45-B8C3-B0B4B9E25404}" type="pres">
      <dgm:prSet presAssocID="{9F5D9411-C82A-8B42-9BF5-E7C39932C8D0}" presName="parSpace" presStyleCnt="0"/>
      <dgm:spPr/>
    </dgm:pt>
    <dgm:pt modelId="{6D038B4B-BA31-8C43-801B-279640EED3AD}" type="pres">
      <dgm:prSet presAssocID="{A2774A86-9F90-2242-A330-6E972BF986E6}" presName="parTxOnly" presStyleLbl="node1" presStyleIdx="1" presStyleCnt="4" custScaleX="27110" custLinFactNeighborX="-47952">
        <dgm:presLayoutVars>
          <dgm:bulletEnabled val="1"/>
        </dgm:presLayoutVars>
      </dgm:prSet>
      <dgm:spPr>
        <a:xfrm>
          <a:off x="1961479" y="0"/>
          <a:ext cx="3396404" cy="555812"/>
        </a:xfrm>
        <a:prstGeom prst="chevron">
          <a:avLst/>
        </a:prstGeom>
      </dgm:spPr>
    </dgm:pt>
    <dgm:pt modelId="{14B4FD6C-7A41-FA4C-8170-CE05C06E7D94}" type="pres">
      <dgm:prSet presAssocID="{CDE3C399-37D9-9C48-A392-3E4B1F0EC427}" presName="parSpace" presStyleCnt="0"/>
      <dgm:spPr/>
    </dgm:pt>
    <dgm:pt modelId="{1F6C36BB-238B-D348-8215-9BBA9EC61198}" type="pres">
      <dgm:prSet presAssocID="{09A046F2-B86E-4D4C-883A-9A0E677BC6EF}" presName="parTxOnly" presStyleLbl="node1" presStyleIdx="2" presStyleCnt="4" custScaleX="30606" custLinFactNeighborX="41582">
        <dgm:presLayoutVars>
          <dgm:bulletEnabled val="1"/>
        </dgm:presLayoutVars>
      </dgm:prSet>
      <dgm:spPr/>
    </dgm:pt>
    <dgm:pt modelId="{7CBCBB56-B77E-428D-9953-23EF336F8D76}" type="pres">
      <dgm:prSet presAssocID="{FF61F89F-0ED0-9D49-950D-8FF7090127FF}" presName="parSpace" presStyleCnt="0"/>
      <dgm:spPr/>
    </dgm:pt>
    <dgm:pt modelId="{E9AA2775-C570-4BFD-B4C7-20D6A2FB39C0}" type="pres">
      <dgm:prSet presAssocID="{CAC7D90D-6656-4B14-ADAD-72CED0C02249}" presName="parTxOnly" presStyleLbl="node1" presStyleIdx="3" presStyleCnt="4" custScaleX="31888" custLinFactX="5532" custLinFactNeighborX="100000" custLinFactNeighborY="8087">
        <dgm:presLayoutVars>
          <dgm:bulletEnabled val="1"/>
        </dgm:presLayoutVars>
      </dgm:prSet>
      <dgm:spPr/>
    </dgm:pt>
  </dgm:ptLst>
  <dgm:cxnLst>
    <dgm:cxn modelId="{3701790A-C7B8-5F41-A888-FEBEA7A9E994}" srcId="{1AB32C12-9163-304A-8A0C-47E60DBFC2CA}" destId="{A2774A86-9F90-2242-A330-6E972BF986E6}" srcOrd="1" destOrd="0" parTransId="{2DA0FC1B-D49A-BF46-BE36-96742B200202}" sibTransId="{CDE3C399-37D9-9C48-A392-3E4B1F0EC427}"/>
    <dgm:cxn modelId="{E421980C-74A3-4BD5-B9AF-8771A0D60F38}" srcId="{1AB32C12-9163-304A-8A0C-47E60DBFC2CA}" destId="{CAC7D90D-6656-4B14-ADAD-72CED0C02249}" srcOrd="3" destOrd="0" parTransId="{0A7A9050-9438-4A53-A513-4593A5F1F5E0}" sibTransId="{B939C8E8-BD13-4856-818B-ACEF4E89D34F}"/>
    <dgm:cxn modelId="{D69D7A12-2516-6C41-B705-2E2A2ABA32C9}" srcId="{1AB32C12-9163-304A-8A0C-47E60DBFC2CA}" destId="{8F1867DA-BF21-F641-B600-FEE7E77A7E8A}" srcOrd="0" destOrd="0" parTransId="{60212DBF-F91F-6541-87B2-9F8C3A6159A0}" sibTransId="{9F5D9411-C82A-8B42-9BF5-E7C39932C8D0}"/>
    <dgm:cxn modelId="{A271EA25-59E2-4008-9C0A-6EB10BF6375A}" type="presOf" srcId="{CAC7D90D-6656-4B14-ADAD-72CED0C02249}" destId="{E9AA2775-C570-4BFD-B4C7-20D6A2FB39C0}" srcOrd="0" destOrd="0" presId="urn:microsoft.com/office/officeart/2005/8/layout/hChevron3"/>
    <dgm:cxn modelId="{DDAEA158-720C-4440-B289-5CE81C04A224}" srcId="{1AB32C12-9163-304A-8A0C-47E60DBFC2CA}" destId="{09A046F2-B86E-4D4C-883A-9A0E677BC6EF}" srcOrd="2" destOrd="0" parTransId="{F909B369-F751-F740-956A-66C81D8CBC94}" sibTransId="{FF61F89F-0ED0-9D49-950D-8FF7090127FF}"/>
    <dgm:cxn modelId="{F7BA6E63-B68E-344F-BBA4-C7106850B56A}" type="presOf" srcId="{A2774A86-9F90-2242-A330-6E972BF986E6}" destId="{6D038B4B-BA31-8C43-801B-279640EED3AD}" srcOrd="0" destOrd="0" presId="urn:microsoft.com/office/officeart/2005/8/layout/hChevron3"/>
    <dgm:cxn modelId="{FD1F19A8-807E-7B4C-BA01-44CD40812925}" type="presOf" srcId="{8F1867DA-BF21-F641-B600-FEE7E77A7E8A}" destId="{A1DA6A98-E79C-C247-8E15-F87554A89466}" srcOrd="0" destOrd="0" presId="urn:microsoft.com/office/officeart/2005/8/layout/hChevron3"/>
    <dgm:cxn modelId="{196987CB-0503-1140-907F-BAFDB40FA838}" type="presOf" srcId="{1AB32C12-9163-304A-8A0C-47E60DBFC2CA}" destId="{2BE2B447-57BA-0948-95C1-B14E4C82581B}" srcOrd="0" destOrd="0" presId="urn:microsoft.com/office/officeart/2005/8/layout/hChevron3"/>
    <dgm:cxn modelId="{A98604F9-7476-534F-A797-A38FD35D8C56}" type="presOf" srcId="{09A046F2-B86E-4D4C-883A-9A0E677BC6EF}" destId="{1F6C36BB-238B-D348-8215-9BBA9EC61198}" srcOrd="0" destOrd="0" presId="urn:microsoft.com/office/officeart/2005/8/layout/hChevron3"/>
    <dgm:cxn modelId="{68FF5E08-F1B1-9C4B-9947-626224C5E2E0}" type="presParOf" srcId="{2BE2B447-57BA-0948-95C1-B14E4C82581B}" destId="{A1DA6A98-E79C-C247-8E15-F87554A89466}" srcOrd="0" destOrd="0" presId="urn:microsoft.com/office/officeart/2005/8/layout/hChevron3"/>
    <dgm:cxn modelId="{1F537B29-05F8-9745-98CB-B33FF5A6D3E2}" type="presParOf" srcId="{2BE2B447-57BA-0948-95C1-B14E4C82581B}" destId="{7BC66364-ECBF-DB45-B8C3-B0B4B9E25404}" srcOrd="1" destOrd="0" presId="urn:microsoft.com/office/officeart/2005/8/layout/hChevron3"/>
    <dgm:cxn modelId="{88659E91-E7C7-4441-A275-F6BCC9408608}" type="presParOf" srcId="{2BE2B447-57BA-0948-95C1-B14E4C82581B}" destId="{6D038B4B-BA31-8C43-801B-279640EED3AD}" srcOrd="2" destOrd="0" presId="urn:microsoft.com/office/officeart/2005/8/layout/hChevron3"/>
    <dgm:cxn modelId="{AB7E1E80-30A5-F341-B82F-74FF5AF86945}" type="presParOf" srcId="{2BE2B447-57BA-0948-95C1-B14E4C82581B}" destId="{14B4FD6C-7A41-FA4C-8170-CE05C06E7D94}" srcOrd="3" destOrd="0" presId="urn:microsoft.com/office/officeart/2005/8/layout/hChevron3"/>
    <dgm:cxn modelId="{1D525D33-B458-8641-99F2-5E71E1D156F7}" type="presParOf" srcId="{2BE2B447-57BA-0948-95C1-B14E4C82581B}" destId="{1F6C36BB-238B-D348-8215-9BBA9EC61198}" srcOrd="4" destOrd="0" presId="urn:microsoft.com/office/officeart/2005/8/layout/hChevron3"/>
    <dgm:cxn modelId="{488EDD1E-5EF7-43A5-9593-882246330BB2}" type="presParOf" srcId="{2BE2B447-57BA-0948-95C1-B14E4C82581B}" destId="{7CBCBB56-B77E-428D-9953-23EF336F8D76}" srcOrd="5" destOrd="0" presId="urn:microsoft.com/office/officeart/2005/8/layout/hChevron3"/>
    <dgm:cxn modelId="{C3EA3125-B83A-4E6C-83C7-C1ED6FF44962}" type="presParOf" srcId="{2BE2B447-57BA-0948-95C1-B14E4C82581B}" destId="{E9AA2775-C570-4BFD-B4C7-20D6A2FB39C0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AB32C12-9163-304A-8A0C-47E60DBFC2CA}" type="doc">
      <dgm:prSet loTypeId="urn:microsoft.com/office/officeart/2005/8/layout/hChevron3" loCatId="" qsTypeId="urn:microsoft.com/office/officeart/2005/8/quickstyle/simple1" qsCatId="simple" csTypeId="urn:microsoft.com/office/officeart/2005/8/colors/accent4_1" csCatId="accent4" phldr="1"/>
      <dgm:spPr/>
    </dgm:pt>
    <dgm:pt modelId="{8F1867DA-BF21-F641-B600-FEE7E77A7E8A}">
      <dgm:prSet phldrT="[Text]" custT="1"/>
      <dgm:spPr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gm:spPr>
      <dgm:t>
        <a:bodyPr spcFirstLastPara="0" vert="horz" wrap="square" lIns="92012" tIns="61341" rIns="30671" bIns="61341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gm:t>
    </dgm:pt>
    <dgm:pt modelId="{60212DBF-F91F-6541-87B2-9F8C3A6159A0}" type="parTrans" cxnId="{D69D7A12-2516-6C41-B705-2E2A2ABA32C9}">
      <dgm:prSet/>
      <dgm:spPr/>
      <dgm:t>
        <a:bodyPr/>
        <a:lstStyle/>
        <a:p>
          <a:endParaRPr lang="en-GB" sz="2800"/>
        </a:p>
      </dgm:t>
    </dgm:pt>
    <dgm:pt modelId="{9F5D9411-C82A-8B42-9BF5-E7C39932C8D0}" type="sibTrans" cxnId="{D69D7A12-2516-6C41-B705-2E2A2ABA32C9}">
      <dgm:prSet/>
      <dgm:spPr/>
      <dgm:t>
        <a:bodyPr/>
        <a:lstStyle/>
        <a:p>
          <a:endParaRPr lang="en-GB" sz="2800"/>
        </a:p>
      </dgm:t>
    </dgm:pt>
    <dgm:pt modelId="{A2774A86-9F90-2242-A330-6E972BF986E6}">
      <dgm:prSet phldrT="[Text]" custT="1"/>
      <dgm:spPr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gm:spPr>
      <dgm:t>
        <a:bodyPr spcFirstLastPara="0" vert="horz" wrap="square" lIns="106680" tIns="53340" rIns="26670" bIns="53340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gm:t>
    </dgm:pt>
    <dgm:pt modelId="{2DA0FC1B-D49A-BF46-BE36-96742B200202}" type="parTrans" cxnId="{3701790A-C7B8-5F41-A888-FEBEA7A9E994}">
      <dgm:prSet/>
      <dgm:spPr/>
      <dgm:t>
        <a:bodyPr/>
        <a:lstStyle/>
        <a:p>
          <a:endParaRPr lang="en-GB" sz="2800"/>
        </a:p>
      </dgm:t>
    </dgm:pt>
    <dgm:pt modelId="{CDE3C399-37D9-9C48-A392-3E4B1F0EC427}" type="sibTrans" cxnId="{3701790A-C7B8-5F41-A888-FEBEA7A9E994}">
      <dgm:prSet/>
      <dgm:spPr/>
      <dgm:t>
        <a:bodyPr/>
        <a:lstStyle/>
        <a:p>
          <a:endParaRPr lang="en-GB" sz="2800"/>
        </a:p>
      </dgm:t>
    </dgm:pt>
    <dgm:pt modelId="{CAC7D90D-6656-4B14-ADAD-72CED0C02249}">
      <dgm:prSet custT="1"/>
      <dgm:spPr>
        <a:solidFill>
          <a:srgbClr val="B3A369"/>
        </a:solidFill>
        <a:ln w="22225">
          <a:solidFill>
            <a:srgbClr val="003057"/>
          </a:solidFill>
        </a:ln>
      </dgm:spPr>
      <dgm:t>
        <a:bodyPr/>
        <a:lstStyle/>
        <a:p>
          <a:pPr algn="l"/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gm:t>
    </dgm:pt>
    <dgm:pt modelId="{0A7A9050-9438-4A53-A513-4593A5F1F5E0}" type="parTrans" cxnId="{E421980C-74A3-4BD5-B9AF-8771A0D60F38}">
      <dgm:prSet/>
      <dgm:spPr/>
      <dgm:t>
        <a:bodyPr/>
        <a:lstStyle/>
        <a:p>
          <a:endParaRPr lang="en-US"/>
        </a:p>
      </dgm:t>
    </dgm:pt>
    <dgm:pt modelId="{B939C8E8-BD13-4856-818B-ACEF4E89D34F}" type="sibTrans" cxnId="{E421980C-74A3-4BD5-B9AF-8771A0D60F38}">
      <dgm:prSet/>
      <dgm:spPr/>
      <dgm:t>
        <a:bodyPr/>
        <a:lstStyle/>
        <a:p>
          <a:endParaRPr lang="en-US"/>
        </a:p>
      </dgm:t>
    </dgm:pt>
    <dgm:pt modelId="{2BE2B447-57BA-0948-95C1-B14E4C82581B}" type="pres">
      <dgm:prSet presAssocID="{1AB32C12-9163-304A-8A0C-47E60DBFC2CA}" presName="Name0" presStyleCnt="0">
        <dgm:presLayoutVars>
          <dgm:dir/>
          <dgm:resizeHandles val="exact"/>
        </dgm:presLayoutVars>
      </dgm:prSet>
      <dgm:spPr/>
    </dgm:pt>
    <dgm:pt modelId="{A1DA6A98-E79C-C247-8E15-F87554A89466}" type="pres">
      <dgm:prSet presAssocID="{8F1867DA-BF21-F641-B600-FEE7E77A7E8A}" presName="parTxOnly" presStyleLbl="node1" presStyleIdx="0" presStyleCnt="3" custScaleX="32493" custLinFactX="-7512" custLinFactNeighborX="-100000">
        <dgm:presLayoutVars>
          <dgm:bulletEnabled val="1"/>
        </dgm:presLayoutVars>
      </dgm:prSet>
      <dgm:spPr>
        <a:xfrm>
          <a:off x="0" y="0"/>
          <a:ext cx="2315217" cy="555812"/>
        </a:xfrm>
        <a:prstGeom prst="chevron">
          <a:avLst/>
        </a:prstGeom>
      </dgm:spPr>
    </dgm:pt>
    <dgm:pt modelId="{7BC66364-ECBF-DB45-B8C3-B0B4B9E25404}" type="pres">
      <dgm:prSet presAssocID="{9F5D9411-C82A-8B42-9BF5-E7C39932C8D0}" presName="parSpace" presStyleCnt="0"/>
      <dgm:spPr/>
    </dgm:pt>
    <dgm:pt modelId="{6D038B4B-BA31-8C43-801B-279640EED3AD}" type="pres">
      <dgm:prSet presAssocID="{A2774A86-9F90-2242-A330-6E972BF986E6}" presName="parTxOnly" presStyleLbl="node1" presStyleIdx="1" presStyleCnt="3" custScaleX="40690" custLinFactNeighborX="-2112">
        <dgm:presLayoutVars>
          <dgm:bulletEnabled val="1"/>
        </dgm:presLayoutVars>
      </dgm:prSet>
      <dgm:spPr>
        <a:xfrm>
          <a:off x="1961479" y="0"/>
          <a:ext cx="3396404" cy="555812"/>
        </a:xfrm>
        <a:prstGeom prst="chevron">
          <a:avLst/>
        </a:prstGeom>
      </dgm:spPr>
    </dgm:pt>
    <dgm:pt modelId="{14B4FD6C-7A41-FA4C-8170-CE05C06E7D94}" type="pres">
      <dgm:prSet presAssocID="{CDE3C399-37D9-9C48-A392-3E4B1F0EC427}" presName="parSpace" presStyleCnt="0"/>
      <dgm:spPr/>
    </dgm:pt>
    <dgm:pt modelId="{E9AA2775-C570-4BFD-B4C7-20D6A2FB39C0}" type="pres">
      <dgm:prSet presAssocID="{CAC7D90D-6656-4B14-ADAD-72CED0C02249}" presName="parTxOnly" presStyleLbl="node1" presStyleIdx="2" presStyleCnt="3" custScaleX="31888" custLinFactX="5532" custLinFactNeighborX="100000" custLinFactNeighborY="8087">
        <dgm:presLayoutVars>
          <dgm:bulletEnabled val="1"/>
        </dgm:presLayoutVars>
      </dgm:prSet>
      <dgm:spPr/>
    </dgm:pt>
  </dgm:ptLst>
  <dgm:cxnLst>
    <dgm:cxn modelId="{3701790A-C7B8-5F41-A888-FEBEA7A9E994}" srcId="{1AB32C12-9163-304A-8A0C-47E60DBFC2CA}" destId="{A2774A86-9F90-2242-A330-6E972BF986E6}" srcOrd="1" destOrd="0" parTransId="{2DA0FC1B-D49A-BF46-BE36-96742B200202}" sibTransId="{CDE3C399-37D9-9C48-A392-3E4B1F0EC427}"/>
    <dgm:cxn modelId="{E421980C-74A3-4BD5-B9AF-8771A0D60F38}" srcId="{1AB32C12-9163-304A-8A0C-47E60DBFC2CA}" destId="{CAC7D90D-6656-4B14-ADAD-72CED0C02249}" srcOrd="2" destOrd="0" parTransId="{0A7A9050-9438-4A53-A513-4593A5F1F5E0}" sibTransId="{B939C8E8-BD13-4856-818B-ACEF4E89D34F}"/>
    <dgm:cxn modelId="{D69D7A12-2516-6C41-B705-2E2A2ABA32C9}" srcId="{1AB32C12-9163-304A-8A0C-47E60DBFC2CA}" destId="{8F1867DA-BF21-F641-B600-FEE7E77A7E8A}" srcOrd="0" destOrd="0" parTransId="{60212DBF-F91F-6541-87B2-9F8C3A6159A0}" sibTransId="{9F5D9411-C82A-8B42-9BF5-E7C39932C8D0}"/>
    <dgm:cxn modelId="{A271EA25-59E2-4008-9C0A-6EB10BF6375A}" type="presOf" srcId="{CAC7D90D-6656-4B14-ADAD-72CED0C02249}" destId="{E9AA2775-C570-4BFD-B4C7-20D6A2FB39C0}" srcOrd="0" destOrd="0" presId="urn:microsoft.com/office/officeart/2005/8/layout/hChevron3"/>
    <dgm:cxn modelId="{F7BA6E63-B68E-344F-BBA4-C7106850B56A}" type="presOf" srcId="{A2774A86-9F90-2242-A330-6E972BF986E6}" destId="{6D038B4B-BA31-8C43-801B-279640EED3AD}" srcOrd="0" destOrd="0" presId="urn:microsoft.com/office/officeart/2005/8/layout/hChevron3"/>
    <dgm:cxn modelId="{FD1F19A8-807E-7B4C-BA01-44CD40812925}" type="presOf" srcId="{8F1867DA-BF21-F641-B600-FEE7E77A7E8A}" destId="{A1DA6A98-E79C-C247-8E15-F87554A89466}" srcOrd="0" destOrd="0" presId="urn:microsoft.com/office/officeart/2005/8/layout/hChevron3"/>
    <dgm:cxn modelId="{196987CB-0503-1140-907F-BAFDB40FA838}" type="presOf" srcId="{1AB32C12-9163-304A-8A0C-47E60DBFC2CA}" destId="{2BE2B447-57BA-0948-95C1-B14E4C82581B}" srcOrd="0" destOrd="0" presId="urn:microsoft.com/office/officeart/2005/8/layout/hChevron3"/>
    <dgm:cxn modelId="{68FF5E08-F1B1-9C4B-9947-626224C5E2E0}" type="presParOf" srcId="{2BE2B447-57BA-0948-95C1-B14E4C82581B}" destId="{A1DA6A98-E79C-C247-8E15-F87554A89466}" srcOrd="0" destOrd="0" presId="urn:microsoft.com/office/officeart/2005/8/layout/hChevron3"/>
    <dgm:cxn modelId="{1F537B29-05F8-9745-98CB-B33FF5A6D3E2}" type="presParOf" srcId="{2BE2B447-57BA-0948-95C1-B14E4C82581B}" destId="{7BC66364-ECBF-DB45-B8C3-B0B4B9E25404}" srcOrd="1" destOrd="0" presId="urn:microsoft.com/office/officeart/2005/8/layout/hChevron3"/>
    <dgm:cxn modelId="{88659E91-E7C7-4441-A275-F6BCC9408608}" type="presParOf" srcId="{2BE2B447-57BA-0948-95C1-B14E4C82581B}" destId="{6D038B4B-BA31-8C43-801B-279640EED3AD}" srcOrd="2" destOrd="0" presId="urn:microsoft.com/office/officeart/2005/8/layout/hChevron3"/>
    <dgm:cxn modelId="{AB7E1E80-30A5-F341-B82F-74FF5AF86945}" type="presParOf" srcId="{2BE2B447-57BA-0948-95C1-B14E4C82581B}" destId="{14B4FD6C-7A41-FA4C-8170-CE05C06E7D94}" srcOrd="3" destOrd="0" presId="urn:microsoft.com/office/officeart/2005/8/layout/hChevron3"/>
    <dgm:cxn modelId="{C3EA3125-B83A-4E6C-83C7-C1ED6FF44962}" type="presParOf" srcId="{2BE2B447-57BA-0948-95C1-B14E4C82581B}" destId="{E9AA2775-C570-4BFD-B4C7-20D6A2FB39C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AB32C12-9163-304A-8A0C-47E60DBFC2CA}" type="doc">
      <dgm:prSet loTypeId="urn:microsoft.com/office/officeart/2005/8/layout/hChevron3" loCatId="" qsTypeId="urn:microsoft.com/office/officeart/2005/8/quickstyle/simple1" qsCatId="simple" csTypeId="urn:microsoft.com/office/officeart/2005/8/colors/accent4_1" csCatId="accent4" phldr="1"/>
      <dgm:spPr/>
    </dgm:pt>
    <dgm:pt modelId="{8F1867DA-BF21-F641-B600-FEE7E77A7E8A}">
      <dgm:prSet phldrT="[Text]" custT="1"/>
      <dgm:spPr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gm:spPr>
      <dgm:t>
        <a:bodyPr spcFirstLastPara="0" vert="horz" wrap="square" lIns="92012" tIns="61341" rIns="30671" bIns="61341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gm:t>
    </dgm:pt>
    <dgm:pt modelId="{60212DBF-F91F-6541-87B2-9F8C3A6159A0}" type="parTrans" cxnId="{D69D7A12-2516-6C41-B705-2E2A2ABA32C9}">
      <dgm:prSet/>
      <dgm:spPr/>
      <dgm:t>
        <a:bodyPr/>
        <a:lstStyle/>
        <a:p>
          <a:endParaRPr lang="en-GB" sz="2800"/>
        </a:p>
      </dgm:t>
    </dgm:pt>
    <dgm:pt modelId="{9F5D9411-C82A-8B42-9BF5-E7C39932C8D0}" type="sibTrans" cxnId="{D69D7A12-2516-6C41-B705-2E2A2ABA32C9}">
      <dgm:prSet/>
      <dgm:spPr/>
      <dgm:t>
        <a:bodyPr/>
        <a:lstStyle/>
        <a:p>
          <a:endParaRPr lang="en-GB" sz="2800"/>
        </a:p>
      </dgm:t>
    </dgm:pt>
    <dgm:pt modelId="{A2774A86-9F90-2242-A330-6E972BF986E6}">
      <dgm:prSet phldrT="[Text]" custT="1"/>
      <dgm:spPr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gm:spPr>
      <dgm:t>
        <a:bodyPr spcFirstLastPara="0" vert="horz" wrap="square" lIns="106680" tIns="53340" rIns="26670" bIns="53340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gm:t>
    </dgm:pt>
    <dgm:pt modelId="{2DA0FC1B-D49A-BF46-BE36-96742B200202}" type="parTrans" cxnId="{3701790A-C7B8-5F41-A888-FEBEA7A9E994}">
      <dgm:prSet/>
      <dgm:spPr/>
      <dgm:t>
        <a:bodyPr/>
        <a:lstStyle/>
        <a:p>
          <a:endParaRPr lang="en-GB" sz="2800"/>
        </a:p>
      </dgm:t>
    </dgm:pt>
    <dgm:pt modelId="{CDE3C399-37D9-9C48-A392-3E4B1F0EC427}" type="sibTrans" cxnId="{3701790A-C7B8-5F41-A888-FEBEA7A9E994}">
      <dgm:prSet/>
      <dgm:spPr/>
      <dgm:t>
        <a:bodyPr/>
        <a:lstStyle/>
        <a:p>
          <a:endParaRPr lang="en-GB" sz="2800"/>
        </a:p>
      </dgm:t>
    </dgm:pt>
    <dgm:pt modelId="{CAC7D90D-6656-4B14-ADAD-72CED0C02249}">
      <dgm:prSet custT="1"/>
      <dgm:spPr>
        <a:solidFill>
          <a:srgbClr val="B3A369"/>
        </a:solidFill>
        <a:ln w="22225">
          <a:solidFill>
            <a:srgbClr val="003057"/>
          </a:solidFill>
        </a:ln>
      </dgm:spPr>
      <dgm:t>
        <a:bodyPr/>
        <a:lstStyle/>
        <a:p>
          <a:pPr algn="l"/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gm:t>
    </dgm:pt>
    <dgm:pt modelId="{0A7A9050-9438-4A53-A513-4593A5F1F5E0}" type="parTrans" cxnId="{E421980C-74A3-4BD5-B9AF-8771A0D60F38}">
      <dgm:prSet/>
      <dgm:spPr/>
      <dgm:t>
        <a:bodyPr/>
        <a:lstStyle/>
        <a:p>
          <a:endParaRPr lang="en-US"/>
        </a:p>
      </dgm:t>
    </dgm:pt>
    <dgm:pt modelId="{B939C8E8-BD13-4856-818B-ACEF4E89D34F}" type="sibTrans" cxnId="{E421980C-74A3-4BD5-B9AF-8771A0D60F38}">
      <dgm:prSet/>
      <dgm:spPr/>
      <dgm:t>
        <a:bodyPr/>
        <a:lstStyle/>
        <a:p>
          <a:endParaRPr lang="en-US"/>
        </a:p>
      </dgm:t>
    </dgm:pt>
    <dgm:pt modelId="{2BE2B447-57BA-0948-95C1-B14E4C82581B}" type="pres">
      <dgm:prSet presAssocID="{1AB32C12-9163-304A-8A0C-47E60DBFC2CA}" presName="Name0" presStyleCnt="0">
        <dgm:presLayoutVars>
          <dgm:dir/>
          <dgm:resizeHandles val="exact"/>
        </dgm:presLayoutVars>
      </dgm:prSet>
      <dgm:spPr/>
    </dgm:pt>
    <dgm:pt modelId="{A1DA6A98-E79C-C247-8E15-F87554A89466}" type="pres">
      <dgm:prSet presAssocID="{8F1867DA-BF21-F641-B600-FEE7E77A7E8A}" presName="parTxOnly" presStyleLbl="node1" presStyleIdx="0" presStyleCnt="3" custScaleX="32493" custLinFactX="-7512" custLinFactNeighborX="-100000">
        <dgm:presLayoutVars>
          <dgm:bulletEnabled val="1"/>
        </dgm:presLayoutVars>
      </dgm:prSet>
      <dgm:spPr>
        <a:xfrm>
          <a:off x="0" y="0"/>
          <a:ext cx="2315217" cy="555812"/>
        </a:xfrm>
        <a:prstGeom prst="chevron">
          <a:avLst/>
        </a:prstGeom>
      </dgm:spPr>
    </dgm:pt>
    <dgm:pt modelId="{7BC66364-ECBF-DB45-B8C3-B0B4B9E25404}" type="pres">
      <dgm:prSet presAssocID="{9F5D9411-C82A-8B42-9BF5-E7C39932C8D0}" presName="parSpace" presStyleCnt="0"/>
      <dgm:spPr/>
    </dgm:pt>
    <dgm:pt modelId="{6D038B4B-BA31-8C43-801B-279640EED3AD}" type="pres">
      <dgm:prSet presAssocID="{A2774A86-9F90-2242-A330-6E972BF986E6}" presName="parTxOnly" presStyleLbl="node1" presStyleIdx="1" presStyleCnt="3" custScaleX="40690" custLinFactNeighborX="-2112">
        <dgm:presLayoutVars>
          <dgm:bulletEnabled val="1"/>
        </dgm:presLayoutVars>
      </dgm:prSet>
      <dgm:spPr>
        <a:xfrm>
          <a:off x="1961479" y="0"/>
          <a:ext cx="3396404" cy="555812"/>
        </a:xfrm>
        <a:prstGeom prst="chevron">
          <a:avLst/>
        </a:prstGeom>
      </dgm:spPr>
    </dgm:pt>
    <dgm:pt modelId="{14B4FD6C-7A41-FA4C-8170-CE05C06E7D94}" type="pres">
      <dgm:prSet presAssocID="{CDE3C399-37D9-9C48-A392-3E4B1F0EC427}" presName="parSpace" presStyleCnt="0"/>
      <dgm:spPr/>
    </dgm:pt>
    <dgm:pt modelId="{E9AA2775-C570-4BFD-B4C7-20D6A2FB39C0}" type="pres">
      <dgm:prSet presAssocID="{CAC7D90D-6656-4B14-ADAD-72CED0C02249}" presName="parTxOnly" presStyleLbl="node1" presStyleIdx="2" presStyleCnt="3" custScaleX="31888" custLinFactX="5532" custLinFactNeighborX="100000" custLinFactNeighborY="8087">
        <dgm:presLayoutVars>
          <dgm:bulletEnabled val="1"/>
        </dgm:presLayoutVars>
      </dgm:prSet>
      <dgm:spPr/>
    </dgm:pt>
  </dgm:ptLst>
  <dgm:cxnLst>
    <dgm:cxn modelId="{3701790A-C7B8-5F41-A888-FEBEA7A9E994}" srcId="{1AB32C12-9163-304A-8A0C-47E60DBFC2CA}" destId="{A2774A86-9F90-2242-A330-6E972BF986E6}" srcOrd="1" destOrd="0" parTransId="{2DA0FC1B-D49A-BF46-BE36-96742B200202}" sibTransId="{CDE3C399-37D9-9C48-A392-3E4B1F0EC427}"/>
    <dgm:cxn modelId="{E421980C-74A3-4BD5-B9AF-8771A0D60F38}" srcId="{1AB32C12-9163-304A-8A0C-47E60DBFC2CA}" destId="{CAC7D90D-6656-4B14-ADAD-72CED0C02249}" srcOrd="2" destOrd="0" parTransId="{0A7A9050-9438-4A53-A513-4593A5F1F5E0}" sibTransId="{B939C8E8-BD13-4856-818B-ACEF4E89D34F}"/>
    <dgm:cxn modelId="{D69D7A12-2516-6C41-B705-2E2A2ABA32C9}" srcId="{1AB32C12-9163-304A-8A0C-47E60DBFC2CA}" destId="{8F1867DA-BF21-F641-B600-FEE7E77A7E8A}" srcOrd="0" destOrd="0" parTransId="{60212DBF-F91F-6541-87B2-9F8C3A6159A0}" sibTransId="{9F5D9411-C82A-8B42-9BF5-E7C39932C8D0}"/>
    <dgm:cxn modelId="{A271EA25-59E2-4008-9C0A-6EB10BF6375A}" type="presOf" srcId="{CAC7D90D-6656-4B14-ADAD-72CED0C02249}" destId="{E9AA2775-C570-4BFD-B4C7-20D6A2FB39C0}" srcOrd="0" destOrd="0" presId="urn:microsoft.com/office/officeart/2005/8/layout/hChevron3"/>
    <dgm:cxn modelId="{F7BA6E63-B68E-344F-BBA4-C7106850B56A}" type="presOf" srcId="{A2774A86-9F90-2242-A330-6E972BF986E6}" destId="{6D038B4B-BA31-8C43-801B-279640EED3AD}" srcOrd="0" destOrd="0" presId="urn:microsoft.com/office/officeart/2005/8/layout/hChevron3"/>
    <dgm:cxn modelId="{FD1F19A8-807E-7B4C-BA01-44CD40812925}" type="presOf" srcId="{8F1867DA-BF21-F641-B600-FEE7E77A7E8A}" destId="{A1DA6A98-E79C-C247-8E15-F87554A89466}" srcOrd="0" destOrd="0" presId="urn:microsoft.com/office/officeart/2005/8/layout/hChevron3"/>
    <dgm:cxn modelId="{196987CB-0503-1140-907F-BAFDB40FA838}" type="presOf" srcId="{1AB32C12-9163-304A-8A0C-47E60DBFC2CA}" destId="{2BE2B447-57BA-0948-95C1-B14E4C82581B}" srcOrd="0" destOrd="0" presId="urn:microsoft.com/office/officeart/2005/8/layout/hChevron3"/>
    <dgm:cxn modelId="{68FF5E08-F1B1-9C4B-9947-626224C5E2E0}" type="presParOf" srcId="{2BE2B447-57BA-0948-95C1-B14E4C82581B}" destId="{A1DA6A98-E79C-C247-8E15-F87554A89466}" srcOrd="0" destOrd="0" presId="urn:microsoft.com/office/officeart/2005/8/layout/hChevron3"/>
    <dgm:cxn modelId="{1F537B29-05F8-9745-98CB-B33FF5A6D3E2}" type="presParOf" srcId="{2BE2B447-57BA-0948-95C1-B14E4C82581B}" destId="{7BC66364-ECBF-DB45-B8C3-B0B4B9E25404}" srcOrd="1" destOrd="0" presId="urn:microsoft.com/office/officeart/2005/8/layout/hChevron3"/>
    <dgm:cxn modelId="{88659E91-E7C7-4441-A275-F6BCC9408608}" type="presParOf" srcId="{2BE2B447-57BA-0948-95C1-B14E4C82581B}" destId="{6D038B4B-BA31-8C43-801B-279640EED3AD}" srcOrd="2" destOrd="0" presId="urn:microsoft.com/office/officeart/2005/8/layout/hChevron3"/>
    <dgm:cxn modelId="{AB7E1E80-30A5-F341-B82F-74FF5AF86945}" type="presParOf" srcId="{2BE2B447-57BA-0948-95C1-B14E4C82581B}" destId="{14B4FD6C-7A41-FA4C-8170-CE05C06E7D94}" srcOrd="3" destOrd="0" presId="urn:microsoft.com/office/officeart/2005/8/layout/hChevron3"/>
    <dgm:cxn modelId="{C3EA3125-B83A-4E6C-83C7-C1ED6FF44962}" type="presParOf" srcId="{2BE2B447-57BA-0948-95C1-B14E4C82581B}" destId="{E9AA2775-C570-4BFD-B4C7-20D6A2FB39C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AB32C12-9163-304A-8A0C-47E60DBFC2CA}" type="doc">
      <dgm:prSet loTypeId="urn:microsoft.com/office/officeart/2005/8/layout/hChevron3" loCatId="" qsTypeId="urn:microsoft.com/office/officeart/2005/8/quickstyle/simple1" qsCatId="simple" csTypeId="urn:microsoft.com/office/officeart/2005/8/colors/accent4_1" csCatId="accent4" phldr="1"/>
      <dgm:spPr/>
    </dgm:pt>
    <dgm:pt modelId="{A2774A86-9F90-2242-A330-6E972BF986E6}">
      <dgm:prSet phldrT="[Text]" custT="1"/>
      <dgm:spPr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gm:spPr>
      <dgm:t>
        <a:bodyPr spcFirstLastPara="0" vert="horz" wrap="square" lIns="92012" tIns="61341" rIns="30671" bIns="61341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gm:t>
    </dgm:pt>
    <dgm:pt modelId="{2DA0FC1B-D49A-BF46-BE36-96742B200202}" type="parTrans" cxnId="{3701790A-C7B8-5F41-A888-FEBEA7A9E994}">
      <dgm:prSet/>
      <dgm:spPr/>
      <dgm:t>
        <a:bodyPr/>
        <a:lstStyle/>
        <a:p>
          <a:endParaRPr lang="en-GB" sz="2800"/>
        </a:p>
      </dgm:t>
    </dgm:pt>
    <dgm:pt modelId="{CDE3C399-37D9-9C48-A392-3E4B1F0EC427}" type="sibTrans" cxnId="{3701790A-C7B8-5F41-A888-FEBEA7A9E994}">
      <dgm:prSet/>
      <dgm:spPr/>
      <dgm:t>
        <a:bodyPr/>
        <a:lstStyle/>
        <a:p>
          <a:endParaRPr lang="en-GB" sz="2800"/>
        </a:p>
      </dgm:t>
    </dgm:pt>
    <dgm:pt modelId="{CAC7D90D-6656-4B14-ADAD-72CED0C02249}">
      <dgm:prSet custT="1"/>
      <dgm:spPr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gm:spPr>
      <dgm:t>
        <a:bodyPr spcFirstLastPara="0" vert="horz" wrap="square" lIns="106680" tIns="53340" rIns="26670" bIns="53340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B3A369"/>
            </a:solidFill>
            <a:latin typeface="Arial" panose="020B0604020202020204"/>
            <a:ea typeface="+mn-ea"/>
            <a:cs typeface="+mn-cs"/>
          </a:endParaRPr>
        </a:p>
      </dgm:t>
    </dgm:pt>
    <dgm:pt modelId="{0A7A9050-9438-4A53-A513-4593A5F1F5E0}" type="parTrans" cxnId="{E421980C-74A3-4BD5-B9AF-8771A0D60F38}">
      <dgm:prSet/>
      <dgm:spPr/>
      <dgm:t>
        <a:bodyPr/>
        <a:lstStyle/>
        <a:p>
          <a:endParaRPr lang="en-US"/>
        </a:p>
      </dgm:t>
    </dgm:pt>
    <dgm:pt modelId="{B939C8E8-BD13-4856-818B-ACEF4E89D34F}" type="sibTrans" cxnId="{E421980C-74A3-4BD5-B9AF-8771A0D60F38}">
      <dgm:prSet/>
      <dgm:spPr/>
      <dgm:t>
        <a:bodyPr/>
        <a:lstStyle/>
        <a:p>
          <a:endParaRPr lang="en-US"/>
        </a:p>
      </dgm:t>
    </dgm:pt>
    <dgm:pt modelId="{8F1867DA-BF21-F641-B600-FEE7E77A7E8A}">
      <dgm:prSet phldrT="[Text]" custT="1"/>
      <dgm:spPr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gm:spPr>
      <dgm:t>
        <a:bodyPr spcFirstLastPara="0" vert="horz" wrap="square" lIns="92012" tIns="61341" rIns="30671" bIns="61341" numCol="1" spcCol="1270" anchor="ctr" anchorCtr="0"/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gm:t>
    </dgm:pt>
    <dgm:pt modelId="{9F5D9411-C82A-8B42-9BF5-E7C39932C8D0}" type="sibTrans" cxnId="{D69D7A12-2516-6C41-B705-2E2A2ABA32C9}">
      <dgm:prSet/>
      <dgm:spPr/>
      <dgm:t>
        <a:bodyPr/>
        <a:lstStyle/>
        <a:p>
          <a:endParaRPr lang="en-GB" sz="2800"/>
        </a:p>
      </dgm:t>
    </dgm:pt>
    <dgm:pt modelId="{60212DBF-F91F-6541-87B2-9F8C3A6159A0}" type="parTrans" cxnId="{D69D7A12-2516-6C41-B705-2E2A2ABA32C9}">
      <dgm:prSet/>
      <dgm:spPr/>
      <dgm:t>
        <a:bodyPr/>
        <a:lstStyle/>
        <a:p>
          <a:endParaRPr lang="en-GB" sz="2800"/>
        </a:p>
      </dgm:t>
    </dgm:pt>
    <dgm:pt modelId="{2BE2B447-57BA-0948-95C1-B14E4C82581B}" type="pres">
      <dgm:prSet presAssocID="{1AB32C12-9163-304A-8A0C-47E60DBFC2CA}" presName="Name0" presStyleCnt="0">
        <dgm:presLayoutVars>
          <dgm:dir/>
          <dgm:resizeHandles val="exact"/>
        </dgm:presLayoutVars>
      </dgm:prSet>
      <dgm:spPr/>
    </dgm:pt>
    <dgm:pt modelId="{A1DA6A98-E79C-C247-8E15-F87554A89466}" type="pres">
      <dgm:prSet presAssocID="{8F1867DA-BF21-F641-B600-FEE7E77A7E8A}" presName="parTxOnly" presStyleLbl="node1" presStyleIdx="0" presStyleCnt="3" custScaleX="34630" custLinFactX="-7512" custLinFactNeighborX="-100000">
        <dgm:presLayoutVars>
          <dgm:bulletEnabled val="1"/>
        </dgm:presLayoutVars>
      </dgm:prSet>
      <dgm:spPr>
        <a:xfrm>
          <a:off x="0" y="0"/>
          <a:ext cx="2315217" cy="555812"/>
        </a:xfrm>
        <a:prstGeom prst="chevron">
          <a:avLst/>
        </a:prstGeom>
      </dgm:spPr>
    </dgm:pt>
    <dgm:pt modelId="{7BC66364-ECBF-DB45-B8C3-B0B4B9E25404}" type="pres">
      <dgm:prSet presAssocID="{9F5D9411-C82A-8B42-9BF5-E7C39932C8D0}" presName="parSpace" presStyleCnt="0"/>
      <dgm:spPr/>
    </dgm:pt>
    <dgm:pt modelId="{6D038B4B-BA31-8C43-801B-279640EED3AD}" type="pres">
      <dgm:prSet presAssocID="{A2774A86-9F90-2242-A330-6E972BF986E6}" presName="parTxOnly" presStyleLbl="node1" presStyleIdx="1" presStyleCnt="3" custScaleX="41758" custLinFactNeighborX="8569">
        <dgm:presLayoutVars>
          <dgm:bulletEnabled val="1"/>
        </dgm:presLayoutVars>
      </dgm:prSet>
      <dgm:spPr>
        <a:xfrm>
          <a:off x="1961479" y="0"/>
          <a:ext cx="3396404" cy="555812"/>
        </a:xfrm>
        <a:prstGeom prst="chevron">
          <a:avLst/>
        </a:prstGeom>
      </dgm:spPr>
    </dgm:pt>
    <dgm:pt modelId="{14B4FD6C-7A41-FA4C-8170-CE05C06E7D94}" type="pres">
      <dgm:prSet presAssocID="{CDE3C399-37D9-9C48-A392-3E4B1F0EC427}" presName="parSpace" presStyleCnt="0"/>
      <dgm:spPr/>
    </dgm:pt>
    <dgm:pt modelId="{E9AA2775-C570-4BFD-B4C7-20D6A2FB39C0}" type="pres">
      <dgm:prSet presAssocID="{CAC7D90D-6656-4B14-ADAD-72CED0C02249}" presName="parTxOnly" presStyleLbl="node1" presStyleIdx="2" presStyleCnt="3" custScaleX="31888" custLinFactX="5532" custLinFactNeighborX="100000" custLinFactNeighborY="8087">
        <dgm:presLayoutVars>
          <dgm:bulletEnabled val="1"/>
        </dgm:presLayoutVars>
      </dgm:prSet>
      <dgm:spPr>
        <a:xfrm>
          <a:off x="8545476" y="0"/>
          <a:ext cx="3995003" cy="555812"/>
        </a:xfrm>
        <a:prstGeom prst="chevron">
          <a:avLst/>
        </a:prstGeom>
      </dgm:spPr>
    </dgm:pt>
  </dgm:ptLst>
  <dgm:cxnLst>
    <dgm:cxn modelId="{3701790A-C7B8-5F41-A888-FEBEA7A9E994}" srcId="{1AB32C12-9163-304A-8A0C-47E60DBFC2CA}" destId="{A2774A86-9F90-2242-A330-6E972BF986E6}" srcOrd="1" destOrd="0" parTransId="{2DA0FC1B-D49A-BF46-BE36-96742B200202}" sibTransId="{CDE3C399-37D9-9C48-A392-3E4B1F0EC427}"/>
    <dgm:cxn modelId="{E421980C-74A3-4BD5-B9AF-8771A0D60F38}" srcId="{1AB32C12-9163-304A-8A0C-47E60DBFC2CA}" destId="{CAC7D90D-6656-4B14-ADAD-72CED0C02249}" srcOrd="2" destOrd="0" parTransId="{0A7A9050-9438-4A53-A513-4593A5F1F5E0}" sibTransId="{B939C8E8-BD13-4856-818B-ACEF4E89D34F}"/>
    <dgm:cxn modelId="{D69D7A12-2516-6C41-B705-2E2A2ABA32C9}" srcId="{1AB32C12-9163-304A-8A0C-47E60DBFC2CA}" destId="{8F1867DA-BF21-F641-B600-FEE7E77A7E8A}" srcOrd="0" destOrd="0" parTransId="{60212DBF-F91F-6541-87B2-9F8C3A6159A0}" sibTransId="{9F5D9411-C82A-8B42-9BF5-E7C39932C8D0}"/>
    <dgm:cxn modelId="{A271EA25-59E2-4008-9C0A-6EB10BF6375A}" type="presOf" srcId="{CAC7D90D-6656-4B14-ADAD-72CED0C02249}" destId="{E9AA2775-C570-4BFD-B4C7-20D6A2FB39C0}" srcOrd="0" destOrd="0" presId="urn:microsoft.com/office/officeart/2005/8/layout/hChevron3"/>
    <dgm:cxn modelId="{F7BA6E63-B68E-344F-BBA4-C7106850B56A}" type="presOf" srcId="{A2774A86-9F90-2242-A330-6E972BF986E6}" destId="{6D038B4B-BA31-8C43-801B-279640EED3AD}" srcOrd="0" destOrd="0" presId="urn:microsoft.com/office/officeart/2005/8/layout/hChevron3"/>
    <dgm:cxn modelId="{FD1F19A8-807E-7B4C-BA01-44CD40812925}" type="presOf" srcId="{8F1867DA-BF21-F641-B600-FEE7E77A7E8A}" destId="{A1DA6A98-E79C-C247-8E15-F87554A89466}" srcOrd="0" destOrd="0" presId="urn:microsoft.com/office/officeart/2005/8/layout/hChevron3"/>
    <dgm:cxn modelId="{196987CB-0503-1140-907F-BAFDB40FA838}" type="presOf" srcId="{1AB32C12-9163-304A-8A0C-47E60DBFC2CA}" destId="{2BE2B447-57BA-0948-95C1-B14E4C82581B}" srcOrd="0" destOrd="0" presId="urn:microsoft.com/office/officeart/2005/8/layout/hChevron3"/>
    <dgm:cxn modelId="{68FF5E08-F1B1-9C4B-9947-626224C5E2E0}" type="presParOf" srcId="{2BE2B447-57BA-0948-95C1-B14E4C82581B}" destId="{A1DA6A98-E79C-C247-8E15-F87554A89466}" srcOrd="0" destOrd="0" presId="urn:microsoft.com/office/officeart/2005/8/layout/hChevron3"/>
    <dgm:cxn modelId="{1F537B29-05F8-9745-98CB-B33FF5A6D3E2}" type="presParOf" srcId="{2BE2B447-57BA-0948-95C1-B14E4C82581B}" destId="{7BC66364-ECBF-DB45-B8C3-B0B4B9E25404}" srcOrd="1" destOrd="0" presId="urn:microsoft.com/office/officeart/2005/8/layout/hChevron3"/>
    <dgm:cxn modelId="{88659E91-E7C7-4441-A275-F6BCC9408608}" type="presParOf" srcId="{2BE2B447-57BA-0948-95C1-B14E4C82581B}" destId="{6D038B4B-BA31-8C43-801B-279640EED3AD}" srcOrd="2" destOrd="0" presId="urn:microsoft.com/office/officeart/2005/8/layout/hChevron3"/>
    <dgm:cxn modelId="{AB7E1E80-30A5-F341-B82F-74FF5AF86945}" type="presParOf" srcId="{2BE2B447-57BA-0948-95C1-B14E4C82581B}" destId="{14B4FD6C-7A41-FA4C-8170-CE05C06E7D94}" srcOrd="3" destOrd="0" presId="urn:microsoft.com/office/officeart/2005/8/layout/hChevron3"/>
    <dgm:cxn modelId="{C3EA3125-B83A-4E6C-83C7-C1ED6FF44962}" type="presParOf" srcId="{2BE2B447-57BA-0948-95C1-B14E4C82581B}" destId="{E9AA2775-C570-4BFD-B4C7-20D6A2FB39C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A6A98-E79C-C247-8E15-F87554A89466}">
      <dsp:nvSpPr>
        <dsp:cNvPr id="0" name=""/>
        <dsp:cNvSpPr/>
      </dsp:nvSpPr>
      <dsp:spPr>
        <a:xfrm>
          <a:off x="0" y="0"/>
          <a:ext cx="4738303" cy="555812"/>
        </a:xfrm>
        <a:prstGeom prst="chevron">
          <a:avLst/>
        </a:prstGeom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Times" pitchFamily="2" charset="0"/>
              <a:ea typeface="Tahoma" panose="020B0604030504040204" pitchFamily="34" charset="0"/>
              <a:cs typeface="Tahoma" panose="020B0604030504040204" pitchFamily="34" charset="0"/>
            </a:rPr>
            <a:t>Introduction</a:t>
          </a:r>
        </a:p>
      </dsp:txBody>
      <dsp:txXfrm>
        <a:off x="277906" y="0"/>
        <a:ext cx="4182491" cy="555812"/>
      </dsp:txXfrm>
    </dsp:sp>
    <dsp:sp modelId="{6D038B4B-BA31-8C43-801B-279640EED3AD}">
      <dsp:nvSpPr>
        <dsp:cNvPr id="0" name=""/>
        <dsp:cNvSpPr/>
      </dsp:nvSpPr>
      <dsp:spPr>
        <a:xfrm>
          <a:off x="4508870" y="0"/>
          <a:ext cx="4650856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003057"/>
              </a:solidFill>
              <a:latin typeface="Times" pitchFamily="2" charset="0"/>
              <a:ea typeface="Tahoma" panose="020B0604030504040204" pitchFamily="34" charset="0"/>
              <a:cs typeface="Tahoma" panose="020B0604030504040204" pitchFamily="34" charset="0"/>
            </a:rPr>
            <a:t>Model Description</a:t>
          </a:r>
        </a:p>
      </dsp:txBody>
      <dsp:txXfrm>
        <a:off x="4786776" y="0"/>
        <a:ext cx="4095044" cy="555812"/>
      </dsp:txXfrm>
    </dsp:sp>
    <dsp:sp modelId="{E9AA2775-C570-4BFD-B4C7-20D6A2FB39C0}">
      <dsp:nvSpPr>
        <dsp:cNvPr id="0" name=""/>
        <dsp:cNvSpPr/>
      </dsp:nvSpPr>
      <dsp:spPr>
        <a:xfrm>
          <a:off x="8545476" y="0"/>
          <a:ext cx="3995003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003057"/>
              </a:solidFill>
              <a:latin typeface="Times" pitchFamily="2" charset="0"/>
              <a:ea typeface="+mn-ea"/>
              <a:cs typeface="+mn-cs"/>
            </a:rPr>
            <a:t>Discussion &amp; Conclusion</a:t>
          </a:r>
          <a:endParaRPr lang="en-GB" sz="2300" kern="1200" dirty="0">
            <a:solidFill>
              <a:srgbClr val="003057"/>
            </a:solidFill>
            <a:latin typeface="Times" pitchFamily="2" charset="0"/>
            <a:ea typeface="+mn-ea"/>
            <a:cs typeface="+mn-cs"/>
          </a:endParaRPr>
        </a:p>
      </dsp:txBody>
      <dsp:txXfrm>
        <a:off x="8823382" y="0"/>
        <a:ext cx="3439191" cy="555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A6A98-E79C-C247-8E15-F87554A89466}">
      <dsp:nvSpPr>
        <dsp:cNvPr id="0" name=""/>
        <dsp:cNvSpPr/>
      </dsp:nvSpPr>
      <dsp:spPr>
        <a:xfrm>
          <a:off x="0" y="0"/>
          <a:ext cx="4070798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sp:txBody>
      <dsp:txXfrm>
        <a:off x="277906" y="0"/>
        <a:ext cx="3514986" cy="555812"/>
      </dsp:txXfrm>
    </dsp:sp>
    <dsp:sp modelId="{6D038B4B-BA31-8C43-801B-279640EED3AD}">
      <dsp:nvSpPr>
        <dsp:cNvPr id="0" name=""/>
        <dsp:cNvSpPr/>
      </dsp:nvSpPr>
      <dsp:spPr>
        <a:xfrm>
          <a:off x="3706349" y="0"/>
          <a:ext cx="5097738" cy="555812"/>
        </a:xfrm>
        <a:prstGeom prst="chevron">
          <a:avLst/>
        </a:prstGeom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sp:txBody>
      <dsp:txXfrm>
        <a:off x="3984255" y="0"/>
        <a:ext cx="4541926" cy="555812"/>
      </dsp:txXfrm>
    </dsp:sp>
    <dsp:sp modelId="{E9AA2775-C570-4BFD-B4C7-20D6A2FB39C0}">
      <dsp:nvSpPr>
        <dsp:cNvPr id="0" name=""/>
        <dsp:cNvSpPr/>
      </dsp:nvSpPr>
      <dsp:spPr>
        <a:xfrm>
          <a:off x="8545476" y="0"/>
          <a:ext cx="3995003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sp:txBody>
      <dsp:txXfrm>
        <a:off x="8823382" y="0"/>
        <a:ext cx="3439191" cy="555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A6A98-E79C-C247-8E15-F87554A89466}">
      <dsp:nvSpPr>
        <dsp:cNvPr id="0" name=""/>
        <dsp:cNvSpPr/>
      </dsp:nvSpPr>
      <dsp:spPr>
        <a:xfrm>
          <a:off x="0" y="0"/>
          <a:ext cx="4070798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sp:txBody>
      <dsp:txXfrm>
        <a:off x="277906" y="0"/>
        <a:ext cx="3514986" cy="555812"/>
      </dsp:txXfrm>
    </dsp:sp>
    <dsp:sp modelId="{6D038B4B-BA31-8C43-801B-279640EED3AD}">
      <dsp:nvSpPr>
        <dsp:cNvPr id="0" name=""/>
        <dsp:cNvSpPr/>
      </dsp:nvSpPr>
      <dsp:spPr>
        <a:xfrm>
          <a:off x="3706349" y="0"/>
          <a:ext cx="5097738" cy="555812"/>
        </a:xfrm>
        <a:prstGeom prst="chevron">
          <a:avLst/>
        </a:prstGeom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sp:txBody>
      <dsp:txXfrm>
        <a:off x="3984255" y="0"/>
        <a:ext cx="4541926" cy="555812"/>
      </dsp:txXfrm>
    </dsp:sp>
    <dsp:sp modelId="{E9AA2775-C570-4BFD-B4C7-20D6A2FB39C0}">
      <dsp:nvSpPr>
        <dsp:cNvPr id="0" name=""/>
        <dsp:cNvSpPr/>
      </dsp:nvSpPr>
      <dsp:spPr>
        <a:xfrm>
          <a:off x="8545476" y="0"/>
          <a:ext cx="3995003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sp:txBody>
      <dsp:txXfrm>
        <a:off x="8823382" y="0"/>
        <a:ext cx="3439191" cy="5558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A6A98-E79C-C247-8E15-F87554A89466}">
      <dsp:nvSpPr>
        <dsp:cNvPr id="0" name=""/>
        <dsp:cNvSpPr/>
      </dsp:nvSpPr>
      <dsp:spPr>
        <a:xfrm>
          <a:off x="0" y="0"/>
          <a:ext cx="4070798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sp:txBody>
      <dsp:txXfrm>
        <a:off x="277906" y="0"/>
        <a:ext cx="3514986" cy="555812"/>
      </dsp:txXfrm>
    </dsp:sp>
    <dsp:sp modelId="{6D038B4B-BA31-8C43-801B-279640EED3AD}">
      <dsp:nvSpPr>
        <dsp:cNvPr id="0" name=""/>
        <dsp:cNvSpPr/>
      </dsp:nvSpPr>
      <dsp:spPr>
        <a:xfrm>
          <a:off x="3706349" y="0"/>
          <a:ext cx="5097738" cy="555812"/>
        </a:xfrm>
        <a:prstGeom prst="chevron">
          <a:avLst/>
        </a:prstGeom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sp:txBody>
      <dsp:txXfrm>
        <a:off x="3984255" y="0"/>
        <a:ext cx="4541926" cy="555812"/>
      </dsp:txXfrm>
    </dsp:sp>
    <dsp:sp modelId="{E9AA2775-C570-4BFD-B4C7-20D6A2FB39C0}">
      <dsp:nvSpPr>
        <dsp:cNvPr id="0" name=""/>
        <dsp:cNvSpPr/>
      </dsp:nvSpPr>
      <dsp:spPr>
        <a:xfrm>
          <a:off x="8545476" y="0"/>
          <a:ext cx="3995003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sp:txBody>
      <dsp:txXfrm>
        <a:off x="8823382" y="0"/>
        <a:ext cx="3439191" cy="5558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A6A98-E79C-C247-8E15-F87554A89466}">
      <dsp:nvSpPr>
        <dsp:cNvPr id="0" name=""/>
        <dsp:cNvSpPr/>
      </dsp:nvSpPr>
      <dsp:spPr>
        <a:xfrm>
          <a:off x="0" y="0"/>
          <a:ext cx="4070798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sp:txBody>
      <dsp:txXfrm>
        <a:off x="277906" y="0"/>
        <a:ext cx="3514986" cy="555812"/>
      </dsp:txXfrm>
    </dsp:sp>
    <dsp:sp modelId="{6D038B4B-BA31-8C43-801B-279640EED3AD}">
      <dsp:nvSpPr>
        <dsp:cNvPr id="0" name=""/>
        <dsp:cNvSpPr/>
      </dsp:nvSpPr>
      <dsp:spPr>
        <a:xfrm>
          <a:off x="3706349" y="0"/>
          <a:ext cx="5097738" cy="555812"/>
        </a:xfrm>
        <a:prstGeom prst="chevron">
          <a:avLst/>
        </a:prstGeom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sp:txBody>
      <dsp:txXfrm>
        <a:off x="3984255" y="0"/>
        <a:ext cx="4541926" cy="555812"/>
      </dsp:txXfrm>
    </dsp:sp>
    <dsp:sp modelId="{E9AA2775-C570-4BFD-B4C7-20D6A2FB39C0}">
      <dsp:nvSpPr>
        <dsp:cNvPr id="0" name=""/>
        <dsp:cNvSpPr/>
      </dsp:nvSpPr>
      <dsp:spPr>
        <a:xfrm>
          <a:off x="8545476" y="0"/>
          <a:ext cx="3995003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sp:txBody>
      <dsp:txXfrm>
        <a:off x="8823382" y="0"/>
        <a:ext cx="3439191" cy="5558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A6A98-E79C-C247-8E15-F87554A89466}">
      <dsp:nvSpPr>
        <dsp:cNvPr id="0" name=""/>
        <dsp:cNvSpPr/>
      </dsp:nvSpPr>
      <dsp:spPr>
        <a:xfrm>
          <a:off x="0" y="0"/>
          <a:ext cx="2315217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sp:txBody>
      <dsp:txXfrm>
        <a:off x="277906" y="0"/>
        <a:ext cx="1759405" cy="555812"/>
      </dsp:txXfrm>
    </dsp:sp>
    <dsp:sp modelId="{6D038B4B-BA31-8C43-801B-279640EED3AD}">
      <dsp:nvSpPr>
        <dsp:cNvPr id="0" name=""/>
        <dsp:cNvSpPr/>
      </dsp:nvSpPr>
      <dsp:spPr>
        <a:xfrm>
          <a:off x="1961479" y="0"/>
          <a:ext cx="3396404" cy="555812"/>
        </a:xfrm>
        <a:prstGeom prst="chevron">
          <a:avLst/>
        </a:prstGeom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sp:txBody>
      <dsp:txXfrm>
        <a:off x="2239385" y="0"/>
        <a:ext cx="2840592" cy="555812"/>
      </dsp:txXfrm>
    </dsp:sp>
    <dsp:sp modelId="{1F6C36BB-238B-D348-8215-9BBA9EC61198}">
      <dsp:nvSpPr>
        <dsp:cNvPr id="0" name=""/>
        <dsp:cNvSpPr/>
      </dsp:nvSpPr>
      <dsp:spPr>
        <a:xfrm>
          <a:off x="5095642" y="0"/>
          <a:ext cx="3834391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</a:rPr>
            <a:t>Implementation for TXC</a:t>
          </a:r>
        </a:p>
      </dsp:txBody>
      <dsp:txXfrm>
        <a:off x="5373548" y="0"/>
        <a:ext cx="3278579" cy="555812"/>
      </dsp:txXfrm>
    </dsp:sp>
    <dsp:sp modelId="{E9AA2775-C570-4BFD-B4C7-20D6A2FB39C0}">
      <dsp:nvSpPr>
        <dsp:cNvPr id="0" name=""/>
        <dsp:cNvSpPr/>
      </dsp:nvSpPr>
      <dsp:spPr>
        <a:xfrm>
          <a:off x="8545476" y="0"/>
          <a:ext cx="3995003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sp:txBody>
      <dsp:txXfrm>
        <a:off x="8823382" y="0"/>
        <a:ext cx="3439191" cy="5558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A6A98-E79C-C247-8E15-F87554A89466}">
      <dsp:nvSpPr>
        <dsp:cNvPr id="0" name=""/>
        <dsp:cNvSpPr/>
      </dsp:nvSpPr>
      <dsp:spPr>
        <a:xfrm>
          <a:off x="0" y="0"/>
          <a:ext cx="4070798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sp:txBody>
      <dsp:txXfrm>
        <a:off x="277906" y="0"/>
        <a:ext cx="3514986" cy="555812"/>
      </dsp:txXfrm>
    </dsp:sp>
    <dsp:sp modelId="{6D038B4B-BA31-8C43-801B-279640EED3AD}">
      <dsp:nvSpPr>
        <dsp:cNvPr id="0" name=""/>
        <dsp:cNvSpPr/>
      </dsp:nvSpPr>
      <dsp:spPr>
        <a:xfrm>
          <a:off x="3706349" y="0"/>
          <a:ext cx="5097738" cy="555812"/>
        </a:xfrm>
        <a:prstGeom prst="chevron">
          <a:avLst/>
        </a:prstGeom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sp:txBody>
      <dsp:txXfrm>
        <a:off x="3984255" y="0"/>
        <a:ext cx="4541926" cy="555812"/>
      </dsp:txXfrm>
    </dsp:sp>
    <dsp:sp modelId="{E9AA2775-C570-4BFD-B4C7-20D6A2FB39C0}">
      <dsp:nvSpPr>
        <dsp:cNvPr id="0" name=""/>
        <dsp:cNvSpPr/>
      </dsp:nvSpPr>
      <dsp:spPr>
        <a:xfrm>
          <a:off x="8545476" y="0"/>
          <a:ext cx="3995003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sp:txBody>
      <dsp:txXfrm>
        <a:off x="8823382" y="0"/>
        <a:ext cx="3439191" cy="5558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A6A98-E79C-C247-8E15-F87554A89466}">
      <dsp:nvSpPr>
        <dsp:cNvPr id="0" name=""/>
        <dsp:cNvSpPr/>
      </dsp:nvSpPr>
      <dsp:spPr>
        <a:xfrm>
          <a:off x="0" y="0"/>
          <a:ext cx="4070798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sp:txBody>
      <dsp:txXfrm>
        <a:off x="277906" y="0"/>
        <a:ext cx="3514986" cy="555812"/>
      </dsp:txXfrm>
    </dsp:sp>
    <dsp:sp modelId="{6D038B4B-BA31-8C43-801B-279640EED3AD}">
      <dsp:nvSpPr>
        <dsp:cNvPr id="0" name=""/>
        <dsp:cNvSpPr/>
      </dsp:nvSpPr>
      <dsp:spPr>
        <a:xfrm>
          <a:off x="3706349" y="0"/>
          <a:ext cx="5097738" cy="555812"/>
        </a:xfrm>
        <a:prstGeom prst="chevron">
          <a:avLst/>
        </a:prstGeom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sp:txBody>
      <dsp:txXfrm>
        <a:off x="3984255" y="0"/>
        <a:ext cx="4541926" cy="555812"/>
      </dsp:txXfrm>
    </dsp:sp>
    <dsp:sp modelId="{E9AA2775-C570-4BFD-B4C7-20D6A2FB39C0}">
      <dsp:nvSpPr>
        <dsp:cNvPr id="0" name=""/>
        <dsp:cNvSpPr/>
      </dsp:nvSpPr>
      <dsp:spPr>
        <a:xfrm>
          <a:off x="8545476" y="0"/>
          <a:ext cx="3995003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003057"/>
            </a:solidFill>
            <a:latin typeface="Arial" panose="020B0604020202020204"/>
            <a:ea typeface="+mn-ea"/>
            <a:cs typeface="+mn-cs"/>
          </a:endParaRPr>
        </a:p>
      </dsp:txBody>
      <dsp:txXfrm>
        <a:off x="8823382" y="0"/>
        <a:ext cx="3439191" cy="5558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A6A98-E79C-C247-8E15-F87554A89466}">
      <dsp:nvSpPr>
        <dsp:cNvPr id="0" name=""/>
        <dsp:cNvSpPr/>
      </dsp:nvSpPr>
      <dsp:spPr>
        <a:xfrm>
          <a:off x="0" y="0"/>
          <a:ext cx="4338527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Introduction</a:t>
          </a:r>
        </a:p>
      </dsp:txBody>
      <dsp:txXfrm>
        <a:off x="277906" y="0"/>
        <a:ext cx="3782715" cy="555812"/>
      </dsp:txXfrm>
    </dsp:sp>
    <dsp:sp modelId="{6D038B4B-BA31-8C43-801B-279640EED3AD}">
      <dsp:nvSpPr>
        <dsp:cNvPr id="0" name=""/>
        <dsp:cNvSpPr/>
      </dsp:nvSpPr>
      <dsp:spPr>
        <a:xfrm>
          <a:off x="4040941" y="0"/>
          <a:ext cx="5231539" cy="555812"/>
        </a:xfrm>
        <a:prstGeom prst="chevron">
          <a:avLst/>
        </a:prstGeom>
        <a:solidFill>
          <a:srgbClr val="B3A369"/>
        </a:solidFill>
        <a:ln w="22225" cap="flat" cmpd="sng" algn="ctr">
          <a:solidFill>
            <a:srgbClr val="00305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rgbClr val="003057"/>
              </a:solidFill>
              <a:latin typeface="Arial" panose="020B0604020202020204"/>
              <a:ea typeface="+mn-ea"/>
              <a:cs typeface="+mn-cs"/>
            </a:rPr>
            <a:t>Model Description</a:t>
          </a:r>
        </a:p>
      </dsp:txBody>
      <dsp:txXfrm>
        <a:off x="4318847" y="0"/>
        <a:ext cx="4675727" cy="555812"/>
      </dsp:txXfrm>
    </dsp:sp>
    <dsp:sp modelId="{E9AA2775-C570-4BFD-B4C7-20D6A2FB39C0}">
      <dsp:nvSpPr>
        <dsp:cNvPr id="0" name=""/>
        <dsp:cNvSpPr/>
      </dsp:nvSpPr>
      <dsp:spPr>
        <a:xfrm>
          <a:off x="8545476" y="0"/>
          <a:ext cx="3995003" cy="555812"/>
        </a:xfrm>
        <a:prstGeom prst="chevron">
          <a:avLst/>
        </a:prstGeom>
        <a:solidFill>
          <a:srgbClr val="003057"/>
        </a:solidFill>
        <a:ln w="25400" cap="flat" cmpd="sng" algn="ctr">
          <a:solidFill>
            <a:srgbClr val="B3A36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B3A369"/>
              </a:solidFill>
              <a:latin typeface="Arial" panose="020B0604020202020204"/>
              <a:ea typeface="+mn-ea"/>
              <a:cs typeface="+mn-cs"/>
            </a:rPr>
            <a:t>Discussion &amp; Conclusion</a:t>
          </a:r>
          <a:endParaRPr lang="en-GB" sz="2300" kern="1200">
            <a:solidFill>
              <a:srgbClr val="B3A369"/>
            </a:solidFill>
            <a:latin typeface="Arial" panose="020B0604020202020204"/>
            <a:ea typeface="+mn-ea"/>
            <a:cs typeface="+mn-cs"/>
          </a:endParaRPr>
        </a:p>
      </dsp:txBody>
      <dsp:txXfrm>
        <a:off x="8823382" y="0"/>
        <a:ext cx="3439191" cy="555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A6E295-2078-3A4C-9B3B-128821A974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03100D-CACA-0F41-B537-339726C6A5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7CCEE-F6A5-9F4C-8CE3-50501077053A}" type="datetimeFigureOut">
              <a:rPr lang="en-US" smtClean="0"/>
              <a:t>3/27/22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8C585-FF88-2E4D-AADE-9C9529D2F7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F8045-3A37-824A-8710-57C502BDEF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57D50-C692-A448-91EE-4B0FAD320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93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EBA97-B401-49D7-A993-B1A8BA4BC87E}" type="datetimeFigureOut">
              <a:rPr lang="en-IN" smtClean="0"/>
              <a:t>27/03/22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14AC5-02D8-4D75-BA76-7094A5EC2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398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89DE-8AB5-4AB3-836A-EC72EE6D16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36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7EE9D9-49A7-AE42-84D1-352EBEE4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5684" y="1149178"/>
            <a:ext cx="6795912" cy="264389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4800"/>
              </a:lnSpc>
              <a:defRPr sz="4200" b="1" i="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5682" y="3793068"/>
            <a:ext cx="6795913" cy="16848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3600"/>
              </a:lnSpc>
              <a:buNone/>
              <a:defRPr sz="1800" b="0" cap="none" spc="0" baseline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25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C1E-32D8-CF48-A92C-E6AC112D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3/27/22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E5600-2DCC-EB44-9203-121C72C9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BA1A-F7CC-514B-BEB5-104BA2E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150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048" y="1215483"/>
            <a:ext cx="5615353" cy="42256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215483"/>
            <a:ext cx="5613400" cy="42256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BF72E-E074-E741-8514-3417AC9D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3/27/22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52637-104D-064E-9B91-0BC72B6E1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4C3EF-E136-164D-954C-112EADD9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9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235113"/>
            <a:ext cx="561763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2078658"/>
            <a:ext cx="5617633" cy="33624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35113"/>
            <a:ext cx="56388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78658"/>
            <a:ext cx="5638800" cy="33624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3/27/22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79E3B-E843-6343-9ECC-916F6A2E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460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5170-396F-CE4F-A0AB-300CE970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6F2CA-2DD1-AF41-91EF-4D055700C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3/27/22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35E81-A1AE-8442-89DE-148AC4FC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583BD-E195-8D45-B88C-3F15BB70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2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AE419-AE08-F348-87A6-E9445B33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3/27/22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02ABE-49F8-8E43-8B96-1F432917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AFCF-7504-9244-8529-F384A6BD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0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C417-39B3-8947-8902-0153B500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AD0-D969-274E-8AC0-FC5A894F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768" y="457201"/>
            <a:ext cx="7497233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C2C-9388-6049-AEF3-C1606676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49"/>
            <a:ext cx="3932767" cy="35941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A470E-5CA9-A545-B98E-1EFAA05E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3/27/22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ABCA5-3B76-9E47-892E-A475FC83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5A757-8D62-3444-9BDB-1CB584B7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9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57A-36CB-814D-B1A5-9012A244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59A3-587A-6D4A-AEF8-E4225996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3768" y="457201"/>
            <a:ext cx="7497233" cy="49839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1918-55BE-A644-8FDC-9E18F9A99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50"/>
            <a:ext cx="3932767" cy="31662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D8F2-DDA7-354F-9FEA-A07E773A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3/27/22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10CDF-1139-2249-8F5E-3E7043CC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F2438-4A98-5A4C-9057-FC3F0CBC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5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86C1-1209-CD40-86E4-C72B7974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57BF9-8D1A-FD41-A037-BF729754D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231DA-AB5C-C240-9332-9CC3D46A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3/27/22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7AB74-A3C5-CF45-A5A3-124A9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83F40-6572-9341-AE1A-0342450A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3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A8079-4F60-D34B-96A4-C32E3C6A4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13FC5-8FDB-D640-8F18-46D09DD7F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1" y="365125"/>
            <a:ext cx="88011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9F9D1-30A5-3C44-9E01-F570121C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3/27/22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C5DF8-E50D-1745-97C5-A23C0E511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D20E1-9670-8A49-9442-60CC2307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98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342900" rtl="0" eaLnBrk="1" latinLnBrk="0" hangingPunct="1">
        <a:spcBef>
          <a:spcPct val="0"/>
        </a:spcBef>
        <a:buNone/>
        <a:defRPr sz="3600" b="1" kern="1200">
          <a:solidFill>
            <a:srgbClr val="857437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794E2-0939-7444-A82A-8BD5C7FA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A5F8-57A3-204B-9489-10B6EA09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215485"/>
            <a:ext cx="11430000" cy="4225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2C088-FD5F-6E47-B5E9-B42B8CA51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441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554A5-B4DD-7045-B047-B7DA6D1E70A4}" type="datetimeFigureOut">
              <a:rPr lang="en-US" smtClean="0"/>
              <a:t>3/27/22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8B9A-12D6-EA40-AB29-6918054B5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6154" y="5441135"/>
            <a:ext cx="5941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42A-A21A-C542-88CC-30F0DD78D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5441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3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rgbClr val="A7934B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6.png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11" Type="http://schemas.openxmlformats.org/officeDocument/2006/relationships/image" Target="../media/image11.png"/><Relationship Id="rId5" Type="http://schemas.openxmlformats.org/officeDocument/2006/relationships/diagramColors" Target="../diagrams/colors4.xml"/><Relationship Id="rId10" Type="http://schemas.openxmlformats.org/officeDocument/2006/relationships/image" Target="../media/image10.pn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11" Type="http://schemas.openxmlformats.org/officeDocument/2006/relationships/image" Target="../media/image17.png"/><Relationship Id="rId5" Type="http://schemas.openxmlformats.org/officeDocument/2006/relationships/diagramColors" Target="../diagrams/colors5.xml"/><Relationship Id="rId10" Type="http://schemas.openxmlformats.org/officeDocument/2006/relationships/image" Target="../media/image16.pn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19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21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10" Type="http://schemas.openxmlformats.org/officeDocument/2006/relationships/image" Target="../media/image24.PNG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E95FB-AFDA-C24E-BDC1-87184FFF6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1175" y="1142578"/>
            <a:ext cx="8988439" cy="2866311"/>
          </a:xfrm>
          <a:prstGeom prst="rect">
            <a:avLst/>
          </a:prstGeom>
        </p:spPr>
        <p:txBody>
          <a:bodyPr wrap="square">
            <a:normAutofit fontScale="90000"/>
          </a:bodyPr>
          <a:lstStyle/>
          <a:p>
            <a:r>
              <a:rPr lang="en-US" sz="3600" i="0" dirty="0">
                <a:effectLst/>
                <a:latin typeface="Times" pitchFamily="2" charset="0"/>
              </a:rPr>
              <a:t>ML based prediction of stress in cavity expansion problem </a:t>
            </a:r>
            <a:br>
              <a:rPr lang="en-US" sz="4400" dirty="0">
                <a:latin typeface="Times" pitchFamily="2" charset="0"/>
              </a:rPr>
            </a:br>
            <a:br>
              <a:rPr lang="en-US" sz="4400" dirty="0">
                <a:latin typeface="Times" pitchFamily="2" charset="0"/>
              </a:rPr>
            </a:br>
            <a:r>
              <a:rPr lang="en-US" sz="3600" dirty="0">
                <a:solidFill>
                  <a:srgbClr val="857437"/>
                </a:solidFill>
                <a:latin typeface="Times" pitchFamily="2" charset="0"/>
              </a:rPr>
              <a:t>Special Problem under </a:t>
            </a:r>
            <a:br>
              <a:rPr lang="en-US" sz="3600" dirty="0">
                <a:solidFill>
                  <a:srgbClr val="857437"/>
                </a:solidFill>
                <a:latin typeface="Times" pitchFamily="2" charset="0"/>
              </a:rPr>
            </a:br>
            <a:r>
              <a:rPr lang="en-US" sz="3600" dirty="0">
                <a:solidFill>
                  <a:srgbClr val="857437"/>
                </a:solidFill>
                <a:latin typeface="Times" pitchFamily="2" charset="0"/>
              </a:rPr>
              <a:t>Dr. Chloe Arson</a:t>
            </a:r>
            <a:endParaRPr lang="en-US" sz="4000" dirty="0">
              <a:solidFill>
                <a:srgbClr val="857437"/>
              </a:solidFill>
              <a:latin typeface="Times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66134-3B68-CA46-9583-81F439EB8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1379" y="4378609"/>
            <a:ext cx="6106092" cy="1435782"/>
          </a:xfrm>
        </p:spPr>
        <p:txBody>
          <a:bodyPr/>
          <a:lstStyle/>
          <a:p>
            <a:r>
              <a:rPr lang="en-US" sz="2400" b="0" dirty="0" err="1">
                <a:solidFill>
                  <a:srgbClr val="003057"/>
                </a:solidFill>
                <a:latin typeface="Times" pitchFamily="2" charset="0"/>
              </a:rPr>
              <a:t>Sanshrit</a:t>
            </a:r>
            <a:r>
              <a:rPr lang="en-US" sz="2400" b="0" dirty="0">
                <a:solidFill>
                  <a:srgbClr val="003057"/>
                </a:solidFill>
                <a:latin typeface="Times" pitchFamily="2" charset="0"/>
              </a:rPr>
              <a:t> </a:t>
            </a:r>
            <a:r>
              <a:rPr lang="en-US" sz="2400" b="0" dirty="0" err="1">
                <a:solidFill>
                  <a:srgbClr val="003057"/>
                </a:solidFill>
                <a:latin typeface="Times" pitchFamily="2" charset="0"/>
              </a:rPr>
              <a:t>Singhai</a:t>
            </a:r>
            <a:endParaRPr lang="en-US" sz="2400" b="0" dirty="0">
              <a:solidFill>
                <a:srgbClr val="003057"/>
              </a:solidFill>
              <a:latin typeface="Times" pitchFamily="2" charset="0"/>
            </a:endParaRPr>
          </a:p>
          <a:p>
            <a:r>
              <a:rPr lang="en-US" sz="2400" dirty="0">
                <a:latin typeface="Times" pitchFamily="2" charset="0"/>
              </a:rPr>
              <a:t>03</a:t>
            </a:r>
            <a:r>
              <a:rPr lang="en-US" sz="2400" b="0" dirty="0">
                <a:latin typeface="Times" pitchFamily="2" charset="0"/>
              </a:rPr>
              <a:t>/28/2022</a:t>
            </a:r>
            <a:endParaRPr lang="en-US" sz="2800" b="0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775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5FAF8B0-A16C-480F-8E89-555CC07159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444374"/>
              </p:ext>
            </p:extLst>
          </p:nvPr>
        </p:nvGraphicFramePr>
        <p:xfrm>
          <a:off x="-115298" y="0"/>
          <a:ext cx="12540480" cy="555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239B8-CB72-4664-A85A-BE2DAA55C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085" y="1535079"/>
            <a:ext cx="11534785" cy="4225652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" pitchFamily="2" charset="0"/>
                <a:ea typeface="Tahoma" panose="020B0604030504040204" pitchFamily="34" charset="0"/>
                <a:cs typeface="Tahoma" panose="020B0604030504040204" pitchFamily="34" charset="0"/>
              </a:rPr>
              <a:t>Evaluating the stress, elastic and plastic strain fields around the cavity at the new location</a:t>
            </a:r>
          </a:p>
          <a:p>
            <a:pPr marL="0" indent="0">
              <a:buNone/>
            </a:pPr>
            <a:r>
              <a:rPr lang="en-US" sz="3000" dirty="0">
                <a:latin typeface="Times" pitchFamily="2" charset="0"/>
                <a:ea typeface="Tahoma" panose="020B0604030504040204" pitchFamily="34" charset="0"/>
                <a:cs typeface="Tahoma" panose="020B0604030504040204" pitchFamily="34" charset="0"/>
              </a:rPr>
              <a:t>Based on Inputs: position, geometry of robot (modeled as cavity), soil   parameters or sensor data (e.g., pressure-volume curve)</a:t>
            </a:r>
          </a:p>
          <a:p>
            <a:pPr marL="0" indent="0">
              <a:buNone/>
            </a:pPr>
            <a:endParaRPr lang="en-US" sz="3000" dirty="0">
              <a:latin typeface="Time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dirty="0">
                <a:latin typeface="Times" pitchFamily="2" charset="0"/>
                <a:ea typeface="Tahoma" panose="020B0604030504040204" pitchFamily="34" charset="0"/>
                <a:cs typeface="Tahoma" panose="020B0604030504040204" pitchFamily="34" charset="0"/>
              </a:rPr>
              <a:t>Bypass the simulation and generate the output (Stresses) from the trained ML model.</a:t>
            </a:r>
            <a:endParaRPr lang="en-US" dirty="0"/>
          </a:p>
          <a:p>
            <a:pPr lvl="1"/>
            <a:endParaRPr lang="en-US" dirty="0"/>
          </a:p>
          <a:p>
            <a:pPr marL="0" indent="0" algn="just">
              <a:buNone/>
            </a:pPr>
            <a:endParaRPr lang="en-IN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A047B3-CF21-41F8-87D7-71D3F822899C}"/>
              </a:ext>
            </a:extLst>
          </p:cNvPr>
          <p:cNvSpPr txBox="1"/>
          <p:nvPr/>
        </p:nvSpPr>
        <p:spPr>
          <a:xfrm>
            <a:off x="0" y="654815"/>
            <a:ext cx="6272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Times" pitchFamily="2" charset="0"/>
                <a:ea typeface="Tahoma" panose="020B0604030504040204" pitchFamily="34" charset="0"/>
                <a:cs typeface="Tahoma" panose="020B0604030504040204" pitchFamily="34" charset="0"/>
              </a:rPr>
              <a:t>Project Objective</a:t>
            </a:r>
          </a:p>
        </p:txBody>
      </p:sp>
    </p:spTree>
    <p:extLst>
      <p:ext uri="{BB962C8B-B14F-4D97-AF65-F5344CB8AC3E}">
        <p14:creationId xmlns:p14="http://schemas.microsoft.com/office/powerpoint/2010/main" val="2840133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422365" y="6493149"/>
            <a:ext cx="2743200" cy="365125"/>
          </a:xfrm>
        </p:spPr>
        <p:txBody>
          <a:bodyPr/>
          <a:lstStyle/>
          <a:p>
            <a:fld id="{B5EC25ED-1824-4B0D-B03A-FA9E1E1839AA}" type="slidenum">
              <a:rPr lang="en-US" smtClean="0">
                <a:latin typeface="Times" pitchFamily="2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fld>
            <a:endParaRPr lang="en-US">
              <a:latin typeface="Time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86996" y="897278"/>
            <a:ext cx="10963861" cy="1650383"/>
            <a:chOff x="812652" y="2449503"/>
            <a:chExt cx="10963861" cy="1358414"/>
          </a:xfrm>
        </p:grpSpPr>
        <p:sp>
          <p:nvSpPr>
            <p:cNvPr id="3" name="TextBox 2"/>
            <p:cNvSpPr txBox="1"/>
            <p:nvPr/>
          </p:nvSpPr>
          <p:spPr>
            <a:xfrm>
              <a:off x="812652" y="3425776"/>
              <a:ext cx="5167753" cy="379680"/>
            </a:xfrm>
            <a:prstGeom prst="rect">
              <a:avLst/>
            </a:prstGeom>
            <a:noFill/>
            <a:ln w="28575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300" b="1" dirty="0">
                  <a:solidFill>
                    <a:srgbClr val="002060"/>
                  </a:solidFill>
                  <a:latin typeface="Time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Classical Neural Network </a:t>
              </a:r>
              <a:endParaRPr lang="en-US" sz="2400" dirty="0">
                <a:solidFill>
                  <a:srgbClr val="002060"/>
                </a:solidFill>
                <a:latin typeface="Time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6096198" y="3124355"/>
              <a:ext cx="4683" cy="828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3860007" y="3214398"/>
              <a:ext cx="4471981" cy="199450"/>
              <a:chOff x="4088088" y="2065154"/>
              <a:chExt cx="4467572" cy="174741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4088088" y="2069339"/>
                <a:ext cx="446706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 flipH="1">
                <a:off x="8555157" y="2065154"/>
                <a:ext cx="503" cy="171534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 flipH="1">
                <a:off x="4088088" y="2068361"/>
                <a:ext cx="503" cy="171534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/>
            <p:cNvSpPr txBox="1"/>
            <p:nvPr/>
          </p:nvSpPr>
          <p:spPr>
            <a:xfrm>
              <a:off x="6095746" y="3428237"/>
              <a:ext cx="5680767" cy="379680"/>
            </a:xfrm>
            <a:prstGeom prst="rect">
              <a:avLst/>
            </a:prstGeom>
            <a:noFill/>
            <a:ln w="28575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Convolutional Neural Network</a:t>
              </a:r>
            </a:p>
          </p:txBody>
        </p:sp>
        <p:sp>
          <p:nvSpPr>
            <p:cNvPr id="21" name="Google Shape;529;p36"/>
            <p:cNvSpPr txBox="1"/>
            <p:nvPr/>
          </p:nvSpPr>
          <p:spPr>
            <a:xfrm>
              <a:off x="3188373" y="2449503"/>
              <a:ext cx="5868352" cy="674166"/>
            </a:xfrm>
            <a:prstGeom prst="rect">
              <a:avLst/>
            </a:prstGeom>
            <a:noFill/>
            <a:ln w="25400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dirty="0">
                  <a:solidFill>
                    <a:srgbClr val="420EA0"/>
                  </a:solidFill>
                  <a:latin typeface="Times" pitchFamily="2" charset="0"/>
                  <a:ea typeface="Tahoma" panose="020B0604030504040204" pitchFamily="34" charset="0"/>
                  <a:cs typeface="Tahoma" panose="020B0604030504040204" pitchFamily="34" charset="0"/>
                  <a:sym typeface="Times New Roman"/>
                </a:rPr>
                <a:t>ML based Prediction</a:t>
              </a:r>
              <a:endParaRPr sz="2300" dirty="0">
                <a:solidFill>
                  <a:srgbClr val="420EA0"/>
                </a:solidFill>
                <a:latin typeface="Times" pitchFamily="2" charset="0"/>
                <a:ea typeface="Tahoma" panose="020B0604030504040204" pitchFamily="34" charset="0"/>
                <a:cs typeface="Tahoma" panose="020B0604030504040204" pitchFamily="34" charset="0"/>
                <a:sym typeface="Times New Roman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4B41B9-81D9-A14F-9341-E32FE5E0A067}"/>
              </a:ext>
            </a:extLst>
          </p:cNvPr>
          <p:cNvCxnSpPr/>
          <p:nvPr/>
        </p:nvCxnSpPr>
        <p:spPr>
          <a:xfrm>
            <a:off x="5909494" y="2664414"/>
            <a:ext cx="0" cy="4084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73F0E7-7CBB-AC42-AD4C-92D4AF33030C}"/>
                  </a:ext>
                </a:extLst>
              </p:cNvPr>
              <p:cNvSpPr txBox="1"/>
              <p:nvPr/>
            </p:nvSpPr>
            <p:spPr>
              <a:xfrm>
                <a:off x="609602" y="3030283"/>
                <a:ext cx="4626423" cy="301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" pitchFamily="2" charset="0"/>
                  </a:rPr>
                  <a:t>Data from 1000 simulation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" pitchFamily="2" charset="0"/>
                  </a:rPr>
                  <a:t>Input - (7 features)</a:t>
                </a:r>
              </a:p>
              <a:p>
                <a:r>
                  <a:rPr lang="en-US" sz="2200" dirty="0">
                    <a:latin typeface="Times" pitchFamily="2" charset="0"/>
                  </a:rPr>
                  <a:t>     E,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200" dirty="0">
                  <a:latin typeface="Times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" pitchFamily="2" charset="0"/>
                  </a:rPr>
                  <a:t>Training the model using Classical Neural Network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" pitchFamily="2" charset="0"/>
                  </a:rPr>
                  <a:t>Output : Stress contour for the whole domain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73F0E7-7CBB-AC42-AD4C-92D4AF330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2" y="3030283"/>
                <a:ext cx="4626423" cy="3016210"/>
              </a:xfrm>
              <a:prstGeom prst="rect">
                <a:avLst/>
              </a:prstGeom>
              <a:blipFill>
                <a:blip r:embed="rId3"/>
                <a:stretch>
                  <a:fillRect l="-1644" t="-1255" r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B38A75F7-E1DC-ED43-8147-44E234F956F1}"/>
              </a:ext>
            </a:extLst>
          </p:cNvPr>
          <p:cNvSpPr txBox="1"/>
          <p:nvPr/>
        </p:nvSpPr>
        <p:spPr>
          <a:xfrm>
            <a:off x="6617857" y="3030283"/>
            <a:ext cx="462642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" pitchFamily="2" charset="0"/>
              </a:rPr>
              <a:t>Data from 1000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" pitchFamily="2" charset="0"/>
              </a:rPr>
              <a:t>Input – Stress at the lining of cavity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" pitchFamily="2" charset="0"/>
              </a:rPr>
              <a:t>Using Deep Insight Algorithm to generate input images from the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" pitchFamily="2" charset="0"/>
              </a:rPr>
              <a:t>Training the model using Convolutional  Neural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" pitchFamily="2" charset="0"/>
              </a:rPr>
              <a:t>Output : Stress at a distance of 1.5 m from the center of cavity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85F67A8E-1DDD-2949-ADFD-970195572C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5778216"/>
              </p:ext>
            </p:extLst>
          </p:nvPr>
        </p:nvGraphicFramePr>
        <p:xfrm>
          <a:off x="-115298" y="0"/>
          <a:ext cx="12540480" cy="555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86121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0EF211-F491-47B2-9E78-8AA8E51470BD}"/>
              </a:ext>
            </a:extLst>
          </p:cNvPr>
          <p:cNvSpPr txBox="1">
            <a:spLocks/>
          </p:cNvSpPr>
          <p:nvPr/>
        </p:nvSpPr>
        <p:spPr>
          <a:xfrm>
            <a:off x="253776" y="926468"/>
            <a:ext cx="9336273" cy="3224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latin typeface="Times" pitchFamily="2" charset="0"/>
                <a:cs typeface="Times New Roman" panose="02020603050405020304" pitchFamily="18" charset="0"/>
              </a:rPr>
              <a:t>Approach 1: Using Classical Neural Network to evaluate the stress field in the whole domain  </a:t>
            </a:r>
            <a:endParaRPr lang="en-US" sz="1800" b="1" dirty="0">
              <a:solidFill>
                <a:srgbClr val="002060"/>
              </a:solidFill>
              <a:latin typeface="Times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D37CB1-9DAA-6045-A9D0-0AC5765F113F}"/>
              </a:ext>
            </a:extLst>
          </p:cNvPr>
          <p:cNvGrpSpPr/>
          <p:nvPr/>
        </p:nvGrpSpPr>
        <p:grpSpPr>
          <a:xfrm>
            <a:off x="253776" y="2485034"/>
            <a:ext cx="5947033" cy="786844"/>
            <a:chOff x="2315224" y="1925950"/>
            <a:chExt cx="5947033" cy="78684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3A02C6-7291-420B-AC95-16E8A2BFBF14}"/>
                </a:ext>
              </a:extLst>
            </p:cNvPr>
            <p:cNvSpPr/>
            <p:nvPr/>
          </p:nvSpPr>
          <p:spPr>
            <a:xfrm>
              <a:off x="2315224" y="1925950"/>
              <a:ext cx="5850293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7DDDDDB-77B3-7045-8881-8254E15EA3B3}"/>
                    </a:ext>
                  </a:extLst>
                </p:cNvPr>
                <p:cNvSpPr txBox="1"/>
                <p:nvPr/>
              </p:nvSpPr>
              <p:spPr>
                <a:xfrm>
                  <a:off x="2716764" y="2066463"/>
                  <a:ext cx="554549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" pitchFamily="2" charset="0"/>
                    </a:rPr>
                    <a:t>Input paraments : Input - (7 features)  E,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a14:m>
                  <a:endParaRPr lang="en-US" dirty="0">
                    <a:latin typeface="Times" pitchFamily="2" charset="0"/>
                  </a:endParaRPr>
                </a:p>
                <a:p>
                  <a:endParaRPr lang="en-US" dirty="0">
                    <a:latin typeface="Times" pitchFamily="2" charset="0"/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7DDDDDB-77B3-7045-8881-8254E15EA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6764" y="2066463"/>
                  <a:ext cx="5545493" cy="646331"/>
                </a:xfrm>
                <a:prstGeom prst="rect">
                  <a:avLst/>
                </a:prstGeom>
                <a:blipFill>
                  <a:blip r:embed="rId2"/>
                  <a:stretch>
                    <a:fillRect l="-913" t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F47156-2780-0141-B768-582BC11F3FA7}"/>
              </a:ext>
            </a:extLst>
          </p:cNvPr>
          <p:cNvGrpSpPr/>
          <p:nvPr/>
        </p:nvGrpSpPr>
        <p:grpSpPr>
          <a:xfrm>
            <a:off x="253776" y="1534540"/>
            <a:ext cx="5901166" cy="664890"/>
            <a:chOff x="2315224" y="1907391"/>
            <a:chExt cx="5901166" cy="66489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3F771F9-715A-A344-B2FA-2E529A3A6A14}"/>
                </a:ext>
              </a:extLst>
            </p:cNvPr>
            <p:cNvSpPr/>
            <p:nvPr/>
          </p:nvSpPr>
          <p:spPr>
            <a:xfrm>
              <a:off x="2315224" y="1925950"/>
              <a:ext cx="5850293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336312F-C14E-8E4A-9708-901D8FC7304F}"/>
                </a:ext>
              </a:extLst>
            </p:cNvPr>
            <p:cNvSpPr txBox="1"/>
            <p:nvPr/>
          </p:nvSpPr>
          <p:spPr>
            <a:xfrm>
              <a:off x="2670897" y="1907391"/>
              <a:ext cx="55454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" pitchFamily="2" charset="0"/>
                </a:rPr>
                <a:t>         Importing Simulation Data (1000 Simulations) </a:t>
              </a:r>
            </a:p>
            <a:p>
              <a:r>
                <a:rPr lang="en-US" dirty="0">
                  <a:latin typeface="Times" pitchFamily="2" charset="0"/>
                </a:rPr>
                <a:t>                Each simulation has ~ 8000 nodes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CAF0A3-7E22-8846-BEFE-44DA8B288C93}"/>
              </a:ext>
            </a:extLst>
          </p:cNvPr>
          <p:cNvGrpSpPr/>
          <p:nvPr/>
        </p:nvGrpSpPr>
        <p:grpSpPr>
          <a:xfrm>
            <a:off x="253776" y="3345600"/>
            <a:ext cx="5947033" cy="786844"/>
            <a:chOff x="2315224" y="1925950"/>
            <a:chExt cx="5947033" cy="78684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3ADA14D-10A7-AB4C-9FFD-5D86BFF17B5B}"/>
                </a:ext>
              </a:extLst>
            </p:cNvPr>
            <p:cNvSpPr/>
            <p:nvPr/>
          </p:nvSpPr>
          <p:spPr>
            <a:xfrm>
              <a:off x="2315224" y="1925950"/>
              <a:ext cx="5850293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2C95BD6-97D0-434D-B866-3FA0964F98EA}"/>
                </a:ext>
              </a:extLst>
            </p:cNvPr>
            <p:cNvSpPr txBox="1"/>
            <p:nvPr/>
          </p:nvSpPr>
          <p:spPr>
            <a:xfrm>
              <a:off x="2716764" y="2066463"/>
              <a:ext cx="55454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" pitchFamily="2" charset="0"/>
                </a:rPr>
                <a:t>                      Data Cleaning for the Model</a:t>
              </a:r>
            </a:p>
            <a:p>
              <a:endParaRPr lang="en-US" dirty="0">
                <a:latin typeface="Times" pitchFamily="2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1F7AA8D-EE49-FF42-BD41-0C0B931A48F0}"/>
              </a:ext>
            </a:extLst>
          </p:cNvPr>
          <p:cNvGrpSpPr/>
          <p:nvPr/>
        </p:nvGrpSpPr>
        <p:grpSpPr>
          <a:xfrm>
            <a:off x="-125365" y="4216080"/>
            <a:ext cx="6229434" cy="952014"/>
            <a:chOff x="1936083" y="1925950"/>
            <a:chExt cx="6229434" cy="95201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A1FB77E-6A24-F746-9AFB-59A9BF5FF717}"/>
                </a:ext>
              </a:extLst>
            </p:cNvPr>
            <p:cNvSpPr/>
            <p:nvPr/>
          </p:nvSpPr>
          <p:spPr>
            <a:xfrm>
              <a:off x="2315224" y="1925950"/>
              <a:ext cx="5850293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" pitchFamily="2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CB5556B-431F-0E49-98E6-03BF4547461F}"/>
                </a:ext>
              </a:extLst>
            </p:cNvPr>
            <p:cNvSpPr txBox="1"/>
            <p:nvPr/>
          </p:nvSpPr>
          <p:spPr>
            <a:xfrm>
              <a:off x="1936083" y="1954634"/>
              <a:ext cx="62294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" pitchFamily="2" charset="0"/>
                </a:rPr>
                <a:t>         Splitting the data between training (0.9) and training (0.1)</a:t>
              </a:r>
            </a:p>
            <a:p>
              <a:r>
                <a:rPr lang="en-US" dirty="0">
                  <a:latin typeface="Times" pitchFamily="2" charset="0"/>
                </a:rPr>
                <a:t>                            Total data set: Approx. 0.8 Million  </a:t>
              </a:r>
            </a:p>
            <a:p>
              <a:endParaRPr lang="en-US" dirty="0">
                <a:latin typeface="Times" pitchFamily="2" charset="0"/>
              </a:endParaRP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F313E51-0149-5B4E-B4D4-3679184B7584}"/>
              </a:ext>
            </a:extLst>
          </p:cNvPr>
          <p:cNvCxnSpPr>
            <a:stCxn id="22" idx="2"/>
            <a:endCxn id="17" idx="0"/>
          </p:cNvCxnSpPr>
          <p:nvPr/>
        </p:nvCxnSpPr>
        <p:spPr>
          <a:xfrm>
            <a:off x="3178923" y="2199430"/>
            <a:ext cx="0" cy="285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1F3ADCA-8379-8F4B-B9EC-C3D06A34C1F9}"/>
              </a:ext>
            </a:extLst>
          </p:cNvPr>
          <p:cNvCxnSpPr/>
          <p:nvPr/>
        </p:nvCxnSpPr>
        <p:spPr>
          <a:xfrm>
            <a:off x="3161162" y="3103119"/>
            <a:ext cx="0" cy="219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873539-762C-6A4B-8ED3-E4519E6E299E}"/>
              </a:ext>
            </a:extLst>
          </p:cNvPr>
          <p:cNvCxnSpPr/>
          <p:nvPr/>
        </p:nvCxnSpPr>
        <p:spPr>
          <a:xfrm>
            <a:off x="3161162" y="3979545"/>
            <a:ext cx="0" cy="219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ACEDA0E-2B6C-B24D-90EF-28AFCD5F6535}"/>
              </a:ext>
            </a:extLst>
          </p:cNvPr>
          <p:cNvGrpSpPr/>
          <p:nvPr/>
        </p:nvGrpSpPr>
        <p:grpSpPr>
          <a:xfrm>
            <a:off x="-133434" y="5121449"/>
            <a:ext cx="6229434" cy="675015"/>
            <a:chOff x="1936083" y="1925950"/>
            <a:chExt cx="6229434" cy="67501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32D5DA7-B85D-6542-B8DD-2AF7B9DD0165}"/>
                </a:ext>
              </a:extLst>
            </p:cNvPr>
            <p:cNvSpPr/>
            <p:nvPr/>
          </p:nvSpPr>
          <p:spPr>
            <a:xfrm>
              <a:off x="2315224" y="1925950"/>
              <a:ext cx="5850293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1258179-8AAA-C149-A7B4-EB1819B442E9}"/>
                    </a:ext>
                  </a:extLst>
                </p:cNvPr>
                <p:cNvSpPr txBox="1"/>
                <p:nvPr/>
              </p:nvSpPr>
              <p:spPr>
                <a:xfrm>
                  <a:off x="1936083" y="1954634"/>
                  <a:ext cx="622943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" pitchFamily="2" charset="0"/>
                    </a:rPr>
                    <a:t>                                     Optimizer : ADAM                                    </a:t>
                  </a:r>
                </a:p>
                <a:p>
                  <a:r>
                    <a:rPr lang="en-US" dirty="0">
                      <a:latin typeface="Times" pitchFamily="2" charset="0"/>
                    </a:rPr>
                    <a:t>                                  Metric:  MSE =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−4.</m:t>
                          </m:r>
                        </m:sup>
                      </m:sSup>
                    </m:oMath>
                  </a14:m>
                  <a:endParaRPr lang="en-US" dirty="0">
                    <a:latin typeface="Times" pitchFamily="2" charset="0"/>
                  </a:endParaRPr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1258179-8AAA-C149-A7B4-EB1819B442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6083" y="1954634"/>
                  <a:ext cx="6229434" cy="646331"/>
                </a:xfrm>
                <a:prstGeom prst="rect">
                  <a:avLst/>
                </a:prstGeom>
                <a:blipFill>
                  <a:blip r:embed="rId3"/>
                  <a:stretch>
                    <a:fillRect t="-3846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A9BD7C-FB9C-6343-85C9-495F0207417E}"/>
              </a:ext>
            </a:extLst>
          </p:cNvPr>
          <p:cNvCxnSpPr/>
          <p:nvPr/>
        </p:nvCxnSpPr>
        <p:spPr>
          <a:xfrm>
            <a:off x="3156088" y="4869191"/>
            <a:ext cx="0" cy="219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oogle Shape;107;p18">
            <a:extLst>
              <a:ext uri="{FF2B5EF4-FFF2-40B4-BE49-F238E27FC236}">
                <a16:creationId xmlns:a16="http://schemas.microsoft.com/office/drawing/2014/main" id="{BF58B029-08A0-0A4E-AAF7-A9F8A2C0F11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2417" y="1322438"/>
            <a:ext cx="2391607" cy="209017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FFA49F9-D75F-FC4C-874D-25BF0F7561CE}"/>
              </a:ext>
            </a:extLst>
          </p:cNvPr>
          <p:cNvSpPr txBox="1"/>
          <p:nvPr/>
        </p:nvSpPr>
        <p:spPr>
          <a:xfrm>
            <a:off x="10381785" y="18845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60C4D45-6118-F346-8FBB-D1F12BF49929}"/>
              </a:ext>
            </a:extLst>
          </p:cNvPr>
          <p:cNvGrpSpPr/>
          <p:nvPr/>
        </p:nvGrpSpPr>
        <p:grpSpPr>
          <a:xfrm>
            <a:off x="6260506" y="4612232"/>
            <a:ext cx="5976563" cy="923330"/>
            <a:chOff x="2311147" y="1918445"/>
            <a:chExt cx="5976563" cy="92333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29AB502-A8A6-D344-B80C-17E58CC9634D}"/>
                </a:ext>
              </a:extLst>
            </p:cNvPr>
            <p:cNvSpPr/>
            <p:nvPr/>
          </p:nvSpPr>
          <p:spPr>
            <a:xfrm>
              <a:off x="2315224" y="1925950"/>
              <a:ext cx="5850293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09E3E2F-7970-CD41-8096-5C0BE588AC0C}"/>
                </a:ext>
              </a:extLst>
            </p:cNvPr>
            <p:cNvSpPr txBox="1"/>
            <p:nvPr/>
          </p:nvSpPr>
          <p:spPr>
            <a:xfrm>
              <a:off x="2311147" y="1918445"/>
              <a:ext cx="59765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" pitchFamily="2" charset="0"/>
                </a:rPr>
                <a:t>Output as the stress at the nodes based on the mechanical               properties and location </a:t>
              </a:r>
            </a:p>
            <a:p>
              <a:endParaRPr lang="en-US" dirty="0">
                <a:latin typeface="Times" pitchFamily="2" charset="0"/>
              </a:endParaRPr>
            </a:p>
          </p:txBody>
        </p:sp>
      </p:grpSp>
      <p:sp>
        <p:nvSpPr>
          <p:cNvPr id="45" name="Down Arrow 44">
            <a:extLst>
              <a:ext uri="{FF2B5EF4-FFF2-40B4-BE49-F238E27FC236}">
                <a16:creationId xmlns:a16="http://schemas.microsoft.com/office/drawing/2014/main" id="{AFC3CB68-A863-7B43-9AFE-D7C23F0CD069}"/>
              </a:ext>
            </a:extLst>
          </p:cNvPr>
          <p:cNvSpPr/>
          <p:nvPr/>
        </p:nvSpPr>
        <p:spPr>
          <a:xfrm>
            <a:off x="9012808" y="4003697"/>
            <a:ext cx="345687" cy="6042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5164074-8E21-A144-92B4-E12F50020BB6}"/>
              </a:ext>
            </a:extLst>
          </p:cNvPr>
          <p:cNvGrpSpPr/>
          <p:nvPr/>
        </p:nvGrpSpPr>
        <p:grpSpPr>
          <a:xfrm>
            <a:off x="6260506" y="3345600"/>
            <a:ext cx="5976563" cy="985798"/>
            <a:chOff x="2315224" y="1925950"/>
            <a:chExt cx="5976563" cy="98579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5199CC5-D05D-8244-9D89-024E7886E987}"/>
                </a:ext>
              </a:extLst>
            </p:cNvPr>
            <p:cNvSpPr/>
            <p:nvPr/>
          </p:nvSpPr>
          <p:spPr>
            <a:xfrm>
              <a:off x="2315224" y="1925950"/>
              <a:ext cx="5850293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" pitchFamily="2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DD9A10C-9A8D-BA46-B07E-C0FFA4DF900B}"/>
                </a:ext>
              </a:extLst>
            </p:cNvPr>
            <p:cNvSpPr txBox="1"/>
            <p:nvPr/>
          </p:nvSpPr>
          <p:spPr>
            <a:xfrm>
              <a:off x="2315224" y="1988418"/>
              <a:ext cx="59765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" pitchFamily="2" charset="0"/>
                </a:rPr>
                <a:t>3 Hidden Layers: 13,8,8 units with Leaky </a:t>
              </a:r>
              <a:r>
                <a:rPr lang="en-US" dirty="0" err="1">
                  <a:latin typeface="Times" pitchFamily="2" charset="0"/>
                </a:rPr>
                <a:t>ReLU</a:t>
              </a:r>
              <a:r>
                <a:rPr lang="en-US" dirty="0">
                  <a:latin typeface="Times" pitchFamily="2" charset="0"/>
                </a:rPr>
                <a:t> as Activation</a:t>
              </a:r>
            </a:p>
            <a:p>
              <a:r>
                <a:rPr lang="en-US" dirty="0">
                  <a:latin typeface="Times" pitchFamily="2" charset="0"/>
                </a:rPr>
                <a:t>          Output Layer : 5 units with linear activation</a:t>
              </a:r>
            </a:p>
            <a:p>
              <a:endParaRPr lang="en-US" dirty="0">
                <a:latin typeface="Times" pitchFamily="2" charset="0"/>
              </a:endParaRPr>
            </a:p>
          </p:txBody>
        </p:sp>
      </p:grpSp>
      <p:graphicFrame>
        <p:nvGraphicFramePr>
          <p:cNvPr id="52" name="Diagram 51">
            <a:extLst>
              <a:ext uri="{FF2B5EF4-FFF2-40B4-BE49-F238E27FC236}">
                <a16:creationId xmlns:a16="http://schemas.microsoft.com/office/drawing/2014/main" id="{29C2994F-9B7D-9F4B-ABCC-2D561306F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5778216"/>
              </p:ext>
            </p:extLst>
          </p:nvPr>
        </p:nvGraphicFramePr>
        <p:xfrm>
          <a:off x="-115298" y="0"/>
          <a:ext cx="12540480" cy="555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05393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38D371F7-ADBD-4EB8-8A8B-EE4BA092E4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3792864"/>
              </p:ext>
            </p:extLst>
          </p:nvPr>
        </p:nvGraphicFramePr>
        <p:xfrm>
          <a:off x="-115298" y="0"/>
          <a:ext cx="12540480" cy="555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92AC0E0-85A0-254D-8392-E40A08CB2FC9}"/>
              </a:ext>
            </a:extLst>
          </p:cNvPr>
          <p:cNvSpPr txBox="1">
            <a:spLocks/>
          </p:cNvSpPr>
          <p:nvPr/>
        </p:nvSpPr>
        <p:spPr>
          <a:xfrm>
            <a:off x="253776" y="926468"/>
            <a:ext cx="10551756" cy="3224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latin typeface="Times" pitchFamily="2" charset="0"/>
                <a:cs typeface="Times New Roman" panose="02020603050405020304" pitchFamily="18" charset="0"/>
              </a:rPr>
              <a:t>Results : Using Classical Neural Network to evaluate the stress field in the whole domain (Simulation -16)  </a:t>
            </a:r>
            <a:endParaRPr lang="en-US" sz="1800" b="1" dirty="0">
              <a:solidFill>
                <a:srgbClr val="002060"/>
              </a:solidFill>
              <a:latin typeface="Times" pitchFamily="2" charset="0"/>
              <a:cs typeface="Times New Roman" panose="02020603050405020304" pitchFamily="18" charset="0"/>
            </a:endParaRPr>
          </a:p>
        </p:txBody>
      </p:sp>
      <p:pic>
        <p:nvPicPr>
          <p:cNvPr id="17" name="Content Placeholder 3">
            <a:extLst>
              <a:ext uri="{FF2B5EF4-FFF2-40B4-BE49-F238E27FC236}">
                <a16:creationId xmlns:a16="http://schemas.microsoft.com/office/drawing/2014/main" id="{107763C0-3728-C349-9D6D-2DF094C2D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6368227" y="1610210"/>
            <a:ext cx="2799823" cy="22700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B27A52-F92A-BF46-B012-026C118842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378" y="1600827"/>
            <a:ext cx="2839015" cy="22794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B7ED40-799C-EF4A-BCDF-C5E7E1624E1F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523" y="1619593"/>
            <a:ext cx="2514474" cy="22700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BDCC8F-FED3-4844-BA10-0047B4EF3678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76" y="1688875"/>
            <a:ext cx="2703602" cy="24654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B7D5C6E-C4BB-5444-8B00-D7005C4BC3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8153" y="4154284"/>
            <a:ext cx="2781747" cy="2347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F2A4EC-7F40-F14D-8BD0-E9BB13FED6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6523" y="4154283"/>
            <a:ext cx="2866394" cy="2347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90E458-758D-3745-9C23-A56CB7BCBBE7}"/>
              </a:ext>
            </a:extLst>
          </p:cNvPr>
          <p:cNvSpPr txBox="1"/>
          <p:nvPr/>
        </p:nvSpPr>
        <p:spPr>
          <a:xfrm>
            <a:off x="4369405" y="6519756"/>
            <a:ext cx="3453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" pitchFamily="2" charset="0"/>
              </a:rPr>
              <a:t>Figure 1: Stress field by ML predicted model for Simulation-16</a:t>
            </a:r>
          </a:p>
        </p:txBody>
      </p:sp>
    </p:spTree>
    <p:extLst>
      <p:ext uri="{BB962C8B-B14F-4D97-AF65-F5344CB8AC3E}">
        <p14:creationId xmlns:p14="http://schemas.microsoft.com/office/powerpoint/2010/main" val="120733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38D371F7-ADBD-4EB8-8A8B-EE4BA092E46A}"/>
              </a:ext>
            </a:extLst>
          </p:cNvPr>
          <p:cNvGraphicFramePr/>
          <p:nvPr/>
        </p:nvGraphicFramePr>
        <p:xfrm>
          <a:off x="-115298" y="0"/>
          <a:ext cx="12540480" cy="555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92AC0E0-85A0-254D-8392-E40A08CB2FC9}"/>
              </a:ext>
            </a:extLst>
          </p:cNvPr>
          <p:cNvSpPr txBox="1">
            <a:spLocks/>
          </p:cNvSpPr>
          <p:nvPr/>
        </p:nvSpPr>
        <p:spPr>
          <a:xfrm>
            <a:off x="253776" y="926468"/>
            <a:ext cx="10841686" cy="3224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latin typeface="Times" pitchFamily="2" charset="0"/>
                <a:cs typeface="Times New Roman" panose="02020603050405020304" pitchFamily="18" charset="0"/>
              </a:rPr>
              <a:t>Results : Using Classical Neural Network to evaluate the stress field in the whole domain (Simulation 401)  </a:t>
            </a:r>
            <a:endParaRPr lang="en-US" sz="1800" b="1" dirty="0">
              <a:solidFill>
                <a:srgbClr val="002060"/>
              </a:solidFill>
              <a:latin typeface="Times" pitchFamily="2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0418D290-F517-724A-93E1-5A733BAC1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2720" y="1717325"/>
            <a:ext cx="3238074" cy="21386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5CC573-B04A-6440-AE24-47E5E1C7B0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3838" y="1735545"/>
            <a:ext cx="3074882" cy="20785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6E521B-1819-2A4A-AB5A-99EE156B03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2360" y="1689760"/>
            <a:ext cx="2988991" cy="21386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E484251-A872-7A41-AC5E-F96CCB7DB7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1351" y="1705483"/>
            <a:ext cx="3100649" cy="21386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86C477E-C74F-FC4E-AA94-6AEF614C8C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16660" y="4269258"/>
            <a:ext cx="3092060" cy="219879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32DA7E6-FF8E-AE4E-8626-E3710E0322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1356" y="4325086"/>
            <a:ext cx="3203718" cy="2087141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0DD4EC-3086-2241-B2F7-6A3D1AD0D151}"/>
              </a:ext>
            </a:extLst>
          </p:cNvPr>
          <p:cNvCxnSpPr/>
          <p:nvPr/>
        </p:nvCxnSpPr>
        <p:spPr>
          <a:xfrm>
            <a:off x="6046392" y="1619594"/>
            <a:ext cx="0" cy="2239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12E41AD-4B08-F944-ADAB-D6C10A2EA434}"/>
              </a:ext>
            </a:extLst>
          </p:cNvPr>
          <p:cNvSpPr txBox="1"/>
          <p:nvPr/>
        </p:nvSpPr>
        <p:spPr>
          <a:xfrm>
            <a:off x="4369405" y="6519756"/>
            <a:ext cx="3453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" pitchFamily="2" charset="0"/>
              </a:rPr>
              <a:t>Figure 1: Stress field by ML predicted model for Simulation-16</a:t>
            </a:r>
          </a:p>
        </p:txBody>
      </p:sp>
    </p:spTree>
    <p:extLst>
      <p:ext uri="{BB962C8B-B14F-4D97-AF65-F5344CB8AC3E}">
        <p14:creationId xmlns:p14="http://schemas.microsoft.com/office/powerpoint/2010/main" val="1561415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38D371F7-ADBD-4EB8-8A8B-EE4BA092E46A}"/>
              </a:ext>
            </a:extLst>
          </p:cNvPr>
          <p:cNvGraphicFramePr/>
          <p:nvPr/>
        </p:nvGraphicFramePr>
        <p:xfrm>
          <a:off x="-115298" y="0"/>
          <a:ext cx="12540480" cy="555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C4915-D46A-684A-BE91-DE244BE0C8FC}"/>
              </a:ext>
            </a:extLst>
          </p:cNvPr>
          <p:cNvSpPr txBox="1">
            <a:spLocks/>
          </p:cNvSpPr>
          <p:nvPr/>
        </p:nvSpPr>
        <p:spPr>
          <a:xfrm>
            <a:off x="253776" y="926468"/>
            <a:ext cx="11165073" cy="3224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latin typeface="Times" pitchFamily="2" charset="0"/>
                <a:cs typeface="Times New Roman" panose="02020603050405020304" pitchFamily="18" charset="0"/>
              </a:rPr>
              <a:t>Approach 2: Using Classical Neural Network to evaluate the stress field at distance of x from the center of cavity </a:t>
            </a:r>
            <a:endParaRPr lang="en-US" sz="1800" b="1" dirty="0">
              <a:solidFill>
                <a:srgbClr val="002060"/>
              </a:solidFill>
              <a:latin typeface="Times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1D5D7B-ED3D-CE44-A7D7-7C0C5EFA05FD}"/>
              </a:ext>
            </a:extLst>
          </p:cNvPr>
          <p:cNvGrpSpPr/>
          <p:nvPr/>
        </p:nvGrpSpPr>
        <p:grpSpPr>
          <a:xfrm>
            <a:off x="501806" y="2090853"/>
            <a:ext cx="3880625" cy="2676293"/>
            <a:chOff x="7237142" y="2090853"/>
            <a:chExt cx="3880625" cy="267629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AFC7E96-CA52-C145-9FF8-C2A84E5C31AF}"/>
                </a:ext>
              </a:extLst>
            </p:cNvPr>
            <p:cNvSpPr/>
            <p:nvPr/>
          </p:nvSpPr>
          <p:spPr>
            <a:xfrm>
              <a:off x="7237142" y="2090853"/>
              <a:ext cx="3880625" cy="26762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ACCB5BA-8131-2C47-8E2C-5BF1CCFA8B77}"/>
                </a:ext>
              </a:extLst>
            </p:cNvPr>
            <p:cNvSpPr/>
            <p:nvPr/>
          </p:nvSpPr>
          <p:spPr>
            <a:xfrm>
              <a:off x="8324384" y="2598232"/>
              <a:ext cx="1706137" cy="1661531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AF40217-9A38-2B4F-B775-A5B2C776493E}"/>
                </a:ext>
              </a:extLst>
            </p:cNvPr>
            <p:cNvSpPr/>
            <p:nvPr/>
          </p:nvSpPr>
          <p:spPr>
            <a:xfrm>
              <a:off x="8876369" y="3111189"/>
              <a:ext cx="602166" cy="635619"/>
            </a:xfrm>
            <a:prstGeom prst="ellips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CBDA03-F608-7F41-9784-B50262A441DF}"/>
              </a:ext>
            </a:extLst>
          </p:cNvPr>
          <p:cNvCxnSpPr>
            <a:endCxn id="7" idx="6"/>
          </p:cNvCxnSpPr>
          <p:nvPr/>
        </p:nvCxnSpPr>
        <p:spPr>
          <a:xfrm>
            <a:off x="2442116" y="3428997"/>
            <a:ext cx="30108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D63A30-4E3B-AE4C-857A-DAC311D37402}"/>
              </a:ext>
            </a:extLst>
          </p:cNvPr>
          <p:cNvCxnSpPr>
            <a:cxnSpLocks/>
            <a:stCxn id="6" idx="2"/>
          </p:cNvCxnSpPr>
          <p:nvPr/>
        </p:nvCxnSpPr>
        <p:spPr>
          <a:xfrm flipV="1">
            <a:off x="1589048" y="3428997"/>
            <a:ext cx="853068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97438D-3C9C-704E-8CD7-E6EBC092A064}"/>
              </a:ext>
            </a:extLst>
          </p:cNvPr>
          <p:cNvSpPr txBox="1"/>
          <p:nvPr/>
        </p:nvSpPr>
        <p:spPr>
          <a:xfrm>
            <a:off x="2464513" y="3401116"/>
            <a:ext cx="2535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r1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145A83-AF80-D049-9810-CC8D6D578D75}"/>
              </a:ext>
            </a:extLst>
          </p:cNvPr>
          <p:cNvSpPr txBox="1"/>
          <p:nvPr/>
        </p:nvSpPr>
        <p:spPr>
          <a:xfrm>
            <a:off x="1771697" y="3428996"/>
            <a:ext cx="2535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r2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052A66-0D1D-B748-99AA-4E7035A35369}"/>
              </a:ext>
            </a:extLst>
          </p:cNvPr>
          <p:cNvCxnSpPr>
            <a:cxnSpLocks/>
            <a:stCxn id="7" idx="7"/>
          </p:cNvCxnSpPr>
          <p:nvPr/>
        </p:nvCxnSpPr>
        <p:spPr>
          <a:xfrm>
            <a:off x="2655014" y="3204273"/>
            <a:ext cx="7559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0C2C6B-F97D-404B-969D-581234EAFE9F}"/>
              </a:ext>
            </a:extLst>
          </p:cNvPr>
          <p:cNvCxnSpPr>
            <a:cxnSpLocks/>
          </p:cNvCxnSpPr>
          <p:nvPr/>
        </p:nvCxnSpPr>
        <p:spPr>
          <a:xfrm>
            <a:off x="2141032" y="4181705"/>
            <a:ext cx="0" cy="21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88D2889-44A8-4940-B2A9-717215B5E70C}"/>
              </a:ext>
            </a:extLst>
          </p:cNvPr>
          <p:cNvSpPr txBox="1"/>
          <p:nvPr/>
        </p:nvSpPr>
        <p:spPr>
          <a:xfrm>
            <a:off x="3384726" y="3029527"/>
            <a:ext cx="1146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" pitchFamily="2" charset="0"/>
              </a:rPr>
              <a:t>Inner Lining with r1 = 500mm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2352B2-A602-474E-B242-270BD55325E5}"/>
              </a:ext>
            </a:extLst>
          </p:cNvPr>
          <p:cNvSpPr txBox="1"/>
          <p:nvPr/>
        </p:nvSpPr>
        <p:spPr>
          <a:xfrm>
            <a:off x="1183297" y="4370910"/>
            <a:ext cx="22276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" pitchFamily="2" charset="0"/>
              </a:rPr>
              <a:t>Outer Lining with r2 = 1500mm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707E7CD-A3DF-7848-82E9-6A0B7787554B}"/>
              </a:ext>
            </a:extLst>
          </p:cNvPr>
          <p:cNvGrpSpPr/>
          <p:nvPr/>
        </p:nvGrpSpPr>
        <p:grpSpPr>
          <a:xfrm>
            <a:off x="5171464" y="1553100"/>
            <a:ext cx="5901166" cy="664890"/>
            <a:chOff x="2315224" y="1907391"/>
            <a:chExt cx="5901166" cy="66489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8109242-B1EA-BE4C-AC47-B153061CABE6}"/>
                </a:ext>
              </a:extLst>
            </p:cNvPr>
            <p:cNvSpPr/>
            <p:nvPr/>
          </p:nvSpPr>
          <p:spPr>
            <a:xfrm>
              <a:off x="2315224" y="1925950"/>
              <a:ext cx="5850293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8F91242-8984-7141-AC72-F66E58B4C416}"/>
                </a:ext>
              </a:extLst>
            </p:cNvPr>
            <p:cNvSpPr txBox="1"/>
            <p:nvPr/>
          </p:nvSpPr>
          <p:spPr>
            <a:xfrm>
              <a:off x="2670897" y="1907391"/>
              <a:ext cx="55454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" pitchFamily="2" charset="0"/>
                </a:rPr>
                <a:t>         Importing Simulation Data (1000 Simulations) </a:t>
              </a:r>
            </a:p>
            <a:p>
              <a:r>
                <a:rPr lang="en-US" dirty="0">
                  <a:latin typeface="Times" pitchFamily="2" charset="0"/>
                </a:rPr>
                <a:t>          Convert the </a:t>
              </a:r>
              <a:r>
                <a:rPr lang="en-US" dirty="0" err="1">
                  <a:latin typeface="Times" pitchFamily="2" charset="0"/>
                </a:rPr>
                <a:t>x,y</a:t>
              </a:r>
              <a:r>
                <a:rPr lang="en-US" dirty="0">
                  <a:latin typeface="Times" pitchFamily="2" charset="0"/>
                </a:rPr>
                <a:t> coordinate to polar coordinate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1290380-DB49-1B47-8BD7-94795269823F}"/>
              </a:ext>
            </a:extLst>
          </p:cNvPr>
          <p:cNvCxnSpPr/>
          <p:nvPr/>
        </p:nvCxnSpPr>
        <p:spPr>
          <a:xfrm>
            <a:off x="8108587" y="2199431"/>
            <a:ext cx="0" cy="285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43AF09B-81C6-514F-B42E-B677A2ED0BA6}"/>
              </a:ext>
            </a:extLst>
          </p:cNvPr>
          <p:cNvGrpSpPr/>
          <p:nvPr/>
        </p:nvGrpSpPr>
        <p:grpSpPr>
          <a:xfrm>
            <a:off x="5146027" y="2503594"/>
            <a:ext cx="5901166" cy="664890"/>
            <a:chOff x="2315224" y="1907391"/>
            <a:chExt cx="5901166" cy="66489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4A210BE-1F8A-B649-AF70-2C8E82A42743}"/>
                </a:ext>
              </a:extLst>
            </p:cNvPr>
            <p:cNvSpPr/>
            <p:nvPr/>
          </p:nvSpPr>
          <p:spPr>
            <a:xfrm>
              <a:off x="2315224" y="1925950"/>
              <a:ext cx="5850293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" pitchFamily="2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6C4702C-1A57-E248-9C88-E2D871AE99CA}"/>
                </a:ext>
              </a:extLst>
            </p:cNvPr>
            <p:cNvSpPr txBox="1"/>
            <p:nvPr/>
          </p:nvSpPr>
          <p:spPr>
            <a:xfrm>
              <a:off x="2670897" y="1907391"/>
              <a:ext cx="55454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" pitchFamily="2" charset="0"/>
                </a:rPr>
                <a:t>         Consider the discretized inner nodes (128)</a:t>
              </a:r>
            </a:p>
            <a:p>
              <a:r>
                <a:rPr lang="en-US" dirty="0">
                  <a:latin typeface="Times" pitchFamily="2" charset="0"/>
                </a:rPr>
                <a:t>So, 128 features for the model for 1000 simulations </a:t>
              </a:r>
            </a:p>
          </p:txBody>
        </p:sp>
      </p:grpSp>
      <p:sp>
        <p:nvSpPr>
          <p:cNvPr id="33" name="Down Arrow 32">
            <a:extLst>
              <a:ext uri="{FF2B5EF4-FFF2-40B4-BE49-F238E27FC236}">
                <a16:creationId xmlns:a16="http://schemas.microsoft.com/office/drawing/2014/main" id="{CE793927-069B-2C43-A448-B26DF093BFD1}"/>
              </a:ext>
            </a:extLst>
          </p:cNvPr>
          <p:cNvSpPr/>
          <p:nvPr/>
        </p:nvSpPr>
        <p:spPr>
          <a:xfrm>
            <a:off x="7897539" y="3171109"/>
            <a:ext cx="422096" cy="8770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8AF0BD-9BA3-A74A-A193-7D475E69590D}"/>
              </a:ext>
            </a:extLst>
          </p:cNvPr>
          <p:cNvSpPr txBox="1"/>
          <p:nvPr/>
        </p:nvSpPr>
        <p:spPr>
          <a:xfrm>
            <a:off x="8452624" y="337747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" pitchFamily="2" charset="0"/>
              </a:rPr>
              <a:t>ANN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7F8154-3DA1-9548-ADE2-85E10FC90DB7}"/>
              </a:ext>
            </a:extLst>
          </p:cNvPr>
          <p:cNvGrpSpPr/>
          <p:nvPr/>
        </p:nvGrpSpPr>
        <p:grpSpPr>
          <a:xfrm>
            <a:off x="5171464" y="4048182"/>
            <a:ext cx="5901166" cy="664890"/>
            <a:chOff x="2315224" y="1907391"/>
            <a:chExt cx="5901166" cy="66489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812872D-733F-8142-BDE9-D40FCAFD2C5C}"/>
                </a:ext>
              </a:extLst>
            </p:cNvPr>
            <p:cNvSpPr/>
            <p:nvPr/>
          </p:nvSpPr>
          <p:spPr>
            <a:xfrm>
              <a:off x="2315224" y="1925950"/>
              <a:ext cx="5850293" cy="646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53B9513-7BBE-BE4A-B145-4C45838EA0FB}"/>
                </a:ext>
              </a:extLst>
            </p:cNvPr>
            <p:cNvSpPr txBox="1"/>
            <p:nvPr/>
          </p:nvSpPr>
          <p:spPr>
            <a:xfrm>
              <a:off x="2670897" y="1907391"/>
              <a:ext cx="55454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" pitchFamily="2" charset="0"/>
                </a:rPr>
                <a:t>Output: Stress at (36 nodes) the distance of 1500 mm   from the center of cavity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954BFD8-8EB0-3249-89CF-642BCCD48C3B}"/>
              </a:ext>
            </a:extLst>
          </p:cNvPr>
          <p:cNvSpPr txBox="1"/>
          <p:nvPr/>
        </p:nvSpPr>
        <p:spPr>
          <a:xfrm>
            <a:off x="253776" y="5785348"/>
            <a:ext cx="5528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" pitchFamily="2" charset="0"/>
              </a:rPr>
              <a:t>Problem: Very High MSE , Multiple hidden layers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41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38D371F7-ADBD-4EB8-8A8B-EE4BA092E46A}"/>
              </a:ext>
            </a:extLst>
          </p:cNvPr>
          <p:cNvGraphicFramePr/>
          <p:nvPr/>
        </p:nvGraphicFramePr>
        <p:xfrm>
          <a:off x="-115298" y="0"/>
          <a:ext cx="12540480" cy="555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92AC0E0-85A0-254D-8392-E40A08CB2FC9}"/>
              </a:ext>
            </a:extLst>
          </p:cNvPr>
          <p:cNvSpPr txBox="1">
            <a:spLocks/>
          </p:cNvSpPr>
          <p:nvPr/>
        </p:nvSpPr>
        <p:spPr>
          <a:xfrm>
            <a:off x="253777" y="926468"/>
            <a:ext cx="5634068" cy="3224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latin typeface="Times" pitchFamily="2" charset="0"/>
                <a:cs typeface="Times New Roman" panose="02020603050405020304" pitchFamily="18" charset="0"/>
              </a:rPr>
              <a:t>Approach 3 : Using CNN for predicting the Stress Field</a:t>
            </a:r>
            <a:endParaRPr lang="en-US" sz="1800" b="1" dirty="0">
              <a:solidFill>
                <a:srgbClr val="002060"/>
              </a:solidFill>
              <a:latin typeface="Times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65B891-C95C-304D-AE3E-889BD2E41D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777" y="1701955"/>
            <a:ext cx="5994400" cy="4457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7A68B8-4545-1C46-8576-F064664008B3}"/>
              </a:ext>
            </a:extLst>
          </p:cNvPr>
          <p:cNvSpPr txBox="1"/>
          <p:nvPr/>
        </p:nvSpPr>
        <p:spPr>
          <a:xfrm>
            <a:off x="4904852" y="6291605"/>
            <a:ext cx="53070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" pitchFamily="2" charset="0"/>
              </a:rPr>
              <a:t>- Sharma, A., Vans, E., </a:t>
            </a:r>
            <a:r>
              <a:rPr lang="en-US" sz="1000" dirty="0" err="1">
                <a:latin typeface="Times" pitchFamily="2" charset="0"/>
              </a:rPr>
              <a:t>Shigemizu</a:t>
            </a:r>
            <a:r>
              <a:rPr lang="en-US" sz="1000" dirty="0">
                <a:latin typeface="Times" pitchFamily="2" charset="0"/>
              </a:rPr>
              <a:t>, D. </a:t>
            </a:r>
            <a:r>
              <a:rPr lang="en-US" sz="1000" i="1" dirty="0">
                <a:latin typeface="Times" pitchFamily="2" charset="0"/>
              </a:rPr>
              <a:t>et al.</a:t>
            </a:r>
            <a:r>
              <a:rPr lang="en-US" sz="1000" dirty="0">
                <a:latin typeface="Times" pitchFamily="2" charset="0"/>
              </a:rPr>
              <a:t> </a:t>
            </a:r>
            <a:r>
              <a:rPr lang="en-US" sz="1000" dirty="0" err="1">
                <a:latin typeface="Times" pitchFamily="2" charset="0"/>
              </a:rPr>
              <a:t>DeepInsight</a:t>
            </a:r>
            <a:r>
              <a:rPr lang="en-US" sz="1000" dirty="0">
                <a:latin typeface="Times" pitchFamily="2" charset="0"/>
              </a:rPr>
              <a:t>: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482AEF-63C5-7147-B1CD-96EF9B8231FB}"/>
              </a:ext>
            </a:extLst>
          </p:cNvPr>
          <p:cNvSpPr txBox="1"/>
          <p:nvPr/>
        </p:nvSpPr>
        <p:spPr>
          <a:xfrm>
            <a:off x="6720420" y="1664320"/>
            <a:ext cx="53070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itchFamily="2" charset="0"/>
              </a:rPr>
              <a:t>Converting Tabular data into an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itchFamily="2" charset="0"/>
              </a:rPr>
              <a:t>Each sample corresponding to n features will be transformed into a matrix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itchFamily="2" charset="0"/>
              </a:rPr>
              <a:t>This approach will help in capturing the spatial relation between the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itchFamily="2" charset="0"/>
              </a:rPr>
              <a:t>Similar features will be close to each other in a matrix.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989382-A16A-004F-8A9C-87FD02D96A8B}"/>
              </a:ext>
            </a:extLst>
          </p:cNvPr>
          <p:cNvSpPr/>
          <p:nvPr/>
        </p:nvSpPr>
        <p:spPr>
          <a:xfrm>
            <a:off x="6720420" y="1664320"/>
            <a:ext cx="5144478" cy="203132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8CE179-470B-8D44-8017-86E2012534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420" y="4317380"/>
            <a:ext cx="2141345" cy="1752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98A2CF-70E0-9141-91AB-13B60EECE7B2}"/>
              </a:ext>
            </a:extLst>
          </p:cNvPr>
          <p:cNvSpPr txBox="1"/>
          <p:nvPr/>
        </p:nvSpPr>
        <p:spPr>
          <a:xfrm>
            <a:off x="9252058" y="4916681"/>
            <a:ext cx="249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" pitchFamily="2" charset="0"/>
              </a:rPr>
              <a:t>Features: g1,gd,g3,g6 are similar</a:t>
            </a:r>
          </a:p>
        </p:txBody>
      </p:sp>
    </p:spTree>
    <p:extLst>
      <p:ext uri="{BB962C8B-B14F-4D97-AF65-F5344CB8AC3E}">
        <p14:creationId xmlns:p14="http://schemas.microsoft.com/office/powerpoint/2010/main" val="1508981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38D371F7-ADBD-4EB8-8A8B-EE4BA092E46A}"/>
              </a:ext>
            </a:extLst>
          </p:cNvPr>
          <p:cNvGraphicFramePr/>
          <p:nvPr/>
        </p:nvGraphicFramePr>
        <p:xfrm>
          <a:off x="-115298" y="0"/>
          <a:ext cx="12540480" cy="555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92AC0E0-85A0-254D-8392-E40A08CB2FC9}"/>
              </a:ext>
            </a:extLst>
          </p:cNvPr>
          <p:cNvSpPr txBox="1">
            <a:spLocks/>
          </p:cNvSpPr>
          <p:nvPr/>
        </p:nvSpPr>
        <p:spPr>
          <a:xfrm>
            <a:off x="253776" y="926468"/>
            <a:ext cx="9336273" cy="3224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latin typeface="Times" pitchFamily="2" charset="0"/>
                <a:cs typeface="Times New Roman" panose="02020603050405020304" pitchFamily="18" charset="0"/>
              </a:rPr>
              <a:t>Results : Generated Images based on </a:t>
            </a:r>
            <a:r>
              <a:rPr lang="en-US" sz="1800" b="1" dirty="0" err="1">
                <a:latin typeface="Times" pitchFamily="2" charset="0"/>
                <a:cs typeface="Times New Roman" panose="02020603050405020304" pitchFamily="18" charset="0"/>
              </a:rPr>
              <a:t>DeepInsight</a:t>
            </a:r>
            <a:r>
              <a:rPr lang="en-US" sz="1800" b="1" dirty="0">
                <a:latin typeface="Times" pitchFamily="2" charset="0"/>
                <a:cs typeface="Times New Roman" panose="02020603050405020304" pitchFamily="18" charset="0"/>
              </a:rPr>
              <a:t> Algorithm for CNN model</a:t>
            </a:r>
            <a:endParaRPr lang="en-US" sz="1800" b="1" dirty="0">
              <a:solidFill>
                <a:srgbClr val="002060"/>
              </a:solidFill>
              <a:latin typeface="Times" pitchFamily="2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74C5329-70D7-224A-8DE6-DFC3F4AF29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8991" y="1395583"/>
            <a:ext cx="3364241" cy="2412913"/>
          </a:xfrm>
          <a:prstGeom prst="rect">
            <a:avLst/>
          </a:prstGeom>
        </p:spPr>
      </p:pic>
      <p:pic>
        <p:nvPicPr>
          <p:cNvPr id="23" name="Picture 22" descr="A screenshot of a graph&#10;&#10;Description automatically generated with medium confidence">
            <a:extLst>
              <a:ext uri="{FF2B5EF4-FFF2-40B4-BE49-F238E27FC236}">
                <a16:creationId xmlns:a16="http://schemas.microsoft.com/office/drawing/2014/main" id="{5321DE3D-C094-3346-94B7-1CAF2D7E9B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0064" y="1369638"/>
            <a:ext cx="3217217" cy="2438858"/>
          </a:xfrm>
          <a:prstGeom prst="rect">
            <a:avLst/>
          </a:prstGeom>
        </p:spPr>
      </p:pic>
      <p:pic>
        <p:nvPicPr>
          <p:cNvPr id="25" name="Picture 24" descr="Chart, scatter chart&#10;&#10;Description automatically generated">
            <a:extLst>
              <a:ext uri="{FF2B5EF4-FFF2-40B4-BE49-F238E27FC236}">
                <a16:creationId xmlns:a16="http://schemas.microsoft.com/office/drawing/2014/main" id="{1B3EE41D-1A2F-EA4F-A32A-59A329A97B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8991" y="3955142"/>
            <a:ext cx="3217217" cy="2361022"/>
          </a:xfrm>
          <a:prstGeom prst="rect">
            <a:avLst/>
          </a:prstGeom>
        </p:spPr>
      </p:pic>
      <p:pic>
        <p:nvPicPr>
          <p:cNvPr id="27" name="Picture 26" descr="Chart&#10;&#10;Description automatically generated">
            <a:extLst>
              <a:ext uri="{FF2B5EF4-FFF2-40B4-BE49-F238E27FC236}">
                <a16:creationId xmlns:a16="http://schemas.microsoft.com/office/drawing/2014/main" id="{28B14469-2D6A-B841-BA1E-E69B9FFAC4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2228" y="3861554"/>
            <a:ext cx="3295053" cy="242156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53FEF2F-8A16-D641-8FE9-74C0C6FA86AA}"/>
              </a:ext>
            </a:extLst>
          </p:cNvPr>
          <p:cNvSpPr txBox="1"/>
          <p:nvPr/>
        </p:nvSpPr>
        <p:spPr>
          <a:xfrm>
            <a:off x="3577669" y="6436015"/>
            <a:ext cx="43572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" pitchFamily="2" charset="0"/>
              </a:rPr>
              <a:t>Figure 3: Images from data using </a:t>
            </a:r>
            <a:r>
              <a:rPr lang="en-US" sz="1000" dirty="0" err="1">
                <a:latin typeface="Times" pitchFamily="2" charset="0"/>
              </a:rPr>
              <a:t>DeepInsight</a:t>
            </a:r>
            <a:r>
              <a:rPr lang="en-US" sz="1000" dirty="0">
                <a:latin typeface="Times" pitchFamily="2" charset="0"/>
              </a:rPr>
              <a:t> Algorithm with varying perplexity</a:t>
            </a:r>
          </a:p>
        </p:txBody>
      </p:sp>
    </p:spTree>
    <p:extLst>
      <p:ext uri="{BB962C8B-B14F-4D97-AF65-F5344CB8AC3E}">
        <p14:creationId xmlns:p14="http://schemas.microsoft.com/office/powerpoint/2010/main" val="3398583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C187F8F-95BB-4C98-95B1-2545951A0F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0617194"/>
              </p:ext>
            </p:extLst>
          </p:nvPr>
        </p:nvGraphicFramePr>
        <p:xfrm>
          <a:off x="-115298" y="0"/>
          <a:ext cx="12540480" cy="555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B56C352-0324-4891-B80A-6AB3911A5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048" y="1215482"/>
            <a:ext cx="11282374" cy="4936961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800" dirty="0"/>
              <a:t>Approach 1: Using ANN for predicting of stress field works based on mechanical properties (7 features) works well in predicting the  response.</a:t>
            </a:r>
          </a:p>
          <a:p>
            <a:pPr algn="just">
              <a:lnSpc>
                <a:spcPct val="120000"/>
              </a:lnSpc>
            </a:pPr>
            <a:r>
              <a:rPr lang="en-US" sz="1800" dirty="0"/>
              <a:t>Approach 2: Using ANN for predicting the stress contour at distance x based on the known stress at the lining of the cavity.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Problems : High MSE , Optimum number of hidden layers to improve the model performance</a:t>
            </a:r>
          </a:p>
          <a:p>
            <a:pPr algn="just">
              <a:lnSpc>
                <a:spcPct val="120000"/>
              </a:lnSpc>
            </a:pPr>
            <a:r>
              <a:rPr lang="en-US" sz="1800" dirty="0"/>
              <a:t>  Approach 3: Using CNN instead of ANN to compare the spatial relation between the features.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Problems :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- Generating images from </a:t>
            </a:r>
            <a:r>
              <a:rPr lang="en-US" sz="1800" dirty="0" err="1"/>
              <a:t>DeepInsight</a:t>
            </a:r>
            <a:r>
              <a:rPr lang="en-US" sz="1800" dirty="0"/>
              <a:t> Algorithm, It was expected to generate an image separately for each training examples. The number of features are less in the present problem.</a:t>
            </a:r>
          </a:p>
          <a:p>
            <a:pPr algn="just">
              <a:lnSpc>
                <a:spcPct val="120000"/>
              </a:lnSpc>
              <a:buFontTx/>
              <a:buChar char="-"/>
            </a:pPr>
            <a:r>
              <a:rPr lang="en-US" sz="1800" dirty="0"/>
              <a:t>Using CNN for prediction and generating an output Image from Input Image (</a:t>
            </a:r>
            <a:r>
              <a:rPr lang="en-US" sz="1800" dirty="0" err="1"/>
              <a:t>Segenet</a:t>
            </a:r>
            <a:r>
              <a:rPr lang="en-US" sz="1800" dirty="0"/>
              <a:t>)</a:t>
            </a:r>
          </a:p>
          <a:p>
            <a:pPr algn="just">
              <a:lnSpc>
                <a:spcPct val="120000"/>
              </a:lnSpc>
              <a:buFontTx/>
              <a:buChar char="-"/>
            </a:pPr>
            <a:r>
              <a:rPr lang="en-US" sz="1800" dirty="0"/>
              <a:t>Is ANN sufficient enough for the present problem.</a:t>
            </a:r>
          </a:p>
        </p:txBody>
      </p:sp>
    </p:spTree>
    <p:extLst>
      <p:ext uri="{BB962C8B-B14F-4D97-AF65-F5344CB8AC3E}">
        <p14:creationId xmlns:p14="http://schemas.microsoft.com/office/powerpoint/2010/main" val="1133667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32F62-4715-4277-BF08-2BD93FE0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" pitchFamily="2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F60F4-37EE-4D8C-A003-55EA260CA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048" y="1215482"/>
            <a:ext cx="11282374" cy="493696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000" dirty="0">
                <a:latin typeface="Times" pitchFamily="2" charset="0"/>
              </a:rPr>
              <a:t>Sharma, A., Vans, E., </a:t>
            </a:r>
            <a:r>
              <a:rPr lang="en-US" sz="2000" dirty="0" err="1">
                <a:latin typeface="Times" pitchFamily="2" charset="0"/>
              </a:rPr>
              <a:t>Shigemizu</a:t>
            </a:r>
            <a:r>
              <a:rPr lang="en-US" sz="2000" dirty="0">
                <a:latin typeface="Times" pitchFamily="2" charset="0"/>
              </a:rPr>
              <a:t>, D. </a:t>
            </a:r>
            <a:r>
              <a:rPr lang="en-US" sz="2000" i="1" dirty="0">
                <a:latin typeface="Times" pitchFamily="2" charset="0"/>
              </a:rPr>
              <a:t>et al.</a:t>
            </a:r>
            <a:r>
              <a:rPr lang="en-US" sz="2000" dirty="0">
                <a:latin typeface="Times" pitchFamily="2" charset="0"/>
              </a:rPr>
              <a:t> </a:t>
            </a:r>
            <a:r>
              <a:rPr lang="en-US" sz="2000" dirty="0" err="1">
                <a:latin typeface="Times" pitchFamily="2" charset="0"/>
              </a:rPr>
              <a:t>DeepInsight</a:t>
            </a:r>
            <a:r>
              <a:rPr lang="en-US" sz="2000" dirty="0">
                <a:latin typeface="Times" pitchFamily="2" charset="0"/>
              </a:rPr>
              <a:t>: A methodology to transform a non-image data to an image for convolution neural network architecture. </a:t>
            </a:r>
            <a:r>
              <a:rPr lang="en-US" sz="2000" i="1" dirty="0">
                <a:latin typeface="Times" pitchFamily="2" charset="0"/>
              </a:rPr>
              <a:t>Sci Rep</a:t>
            </a:r>
            <a:r>
              <a:rPr lang="en-US" sz="2000" dirty="0">
                <a:latin typeface="Times" pitchFamily="2" charset="0"/>
              </a:rPr>
              <a:t> </a:t>
            </a:r>
            <a:r>
              <a:rPr lang="en-US" sz="2000" b="1" dirty="0">
                <a:latin typeface="Times" pitchFamily="2" charset="0"/>
              </a:rPr>
              <a:t>9, </a:t>
            </a:r>
            <a:r>
              <a:rPr lang="en-US" sz="2000" dirty="0">
                <a:latin typeface="Times" pitchFamily="2" charset="0"/>
              </a:rPr>
              <a:t>11399 (2019). https://</a:t>
            </a:r>
            <a:r>
              <a:rPr lang="en-US" sz="2000" dirty="0" err="1">
                <a:latin typeface="Times" pitchFamily="2" charset="0"/>
              </a:rPr>
              <a:t>doi.org</a:t>
            </a:r>
            <a:r>
              <a:rPr lang="en-US" sz="2000" dirty="0">
                <a:latin typeface="Times" pitchFamily="2" charset="0"/>
              </a:rPr>
              <a:t>/10.1038/s41598-019-47765-6</a:t>
            </a:r>
          </a:p>
        </p:txBody>
      </p:sp>
    </p:spTree>
    <p:extLst>
      <p:ext uri="{BB962C8B-B14F-4D97-AF65-F5344CB8AC3E}">
        <p14:creationId xmlns:p14="http://schemas.microsoft.com/office/powerpoint/2010/main" val="31104089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Tech_PPTtemplate_2021_wide" id="{E85096BA-033B-D848-B268-A76C8AE5D2A4}" vid="{C86BDF43-62E5-5C4C-BBB8-C9F54843079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GATech_PPTtemplate_2021_wide</Template>
  <TotalTime>1407</TotalTime>
  <Words>822</Words>
  <Application>Microsoft Macintosh PowerPoint</Application>
  <PresentationFormat>Widescreen</PresentationFormat>
  <Paragraphs>106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Roboto</vt:lpstr>
      <vt:lpstr>Times</vt:lpstr>
      <vt:lpstr>Custom Design</vt:lpstr>
      <vt:lpstr>1_Custom Design</vt:lpstr>
      <vt:lpstr>ML based prediction of stress in cavity expansion problem   Special Problem under  Dr. Chloe Arson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Arching in granular media  Soil Mechanics term project</dc:title>
  <dc:creator>Meron Belachew</dc:creator>
  <cp:lastModifiedBy>Singhai, Sanshrit</cp:lastModifiedBy>
  <cp:revision>9</cp:revision>
  <dcterms:created xsi:type="dcterms:W3CDTF">2021-12-04T19:11:13Z</dcterms:created>
  <dcterms:modified xsi:type="dcterms:W3CDTF">2022-03-28T17:46:40Z</dcterms:modified>
</cp:coreProperties>
</file>